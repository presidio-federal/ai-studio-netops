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31" r:id="rId2"/>
  </p:sldMasterIdLst>
  <p:notesMasterIdLst>
    <p:notesMasterId r:id="rId5"/>
  </p:notesMasterIdLst>
  <p:sldIdLst>
    <p:sldId id="256" r:id="rId3"/>
    <p:sldId id="257" r:id="rId4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7313"/>
  </p:normalViewPr>
  <p:slideViewPr>
    <p:cSldViewPr snapToGrid="0">
      <p:cViewPr varScale="1">
        <p:scale>
          <a:sx n="122" d="100"/>
          <a:sy n="122" d="100"/>
        </p:scale>
        <p:origin x="7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16000" indent="0">
              <a:buNone/>
            </a:pPr>
            <a:endParaRPr sz="2000" b="0" strike="noStrike" spc="-1" dirty="0"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9.sv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11.svg"/><Relationship Id="rId4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13.sv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9.sv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svg"/><Relationship Id="rId5" Type="http://schemas.openxmlformats.org/officeDocument/2006/relationships/image" Target="../media/image4.svg"/><Relationship Id="rId4" Type="http://schemas.openxmlformats.org/officeDocument/2006/relationships/image" Target="../media/image9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.svg"/><Relationship Id="rId7" Type="http://schemas.openxmlformats.org/officeDocument/2006/relationships/image" Target="../media/image29.sv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.svg"/><Relationship Id="rId7" Type="http://schemas.openxmlformats.org/officeDocument/2006/relationships/image" Target="../media/image36.sv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9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7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7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.svg"/><Relationship Id="rId7" Type="http://schemas.openxmlformats.org/officeDocument/2006/relationships/image" Target="../media/image36.sv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9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7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7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.svg"/><Relationship Id="rId7" Type="http://schemas.openxmlformats.org/officeDocument/2006/relationships/image" Target="../media/image36.sv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9.sv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7.sv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7.sv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sv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.svg"/><Relationship Id="rId7" Type="http://schemas.openxmlformats.org/officeDocument/2006/relationships/image" Target="../media/image36.sv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9.sv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7.sv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7.sv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sv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jpeg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2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 3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D3C2-28CA-034B-84E3-B20D631ADB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0" y="1434164"/>
            <a:ext cx="6491567" cy="1985255"/>
          </a:xfrm>
        </p:spPr>
        <p:txBody>
          <a:bodyPr anchor="b"/>
          <a:lstStyle>
            <a:lvl1pPr algn="l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r>
              <a:t>Click to add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129FD-65BB-3C46-A192-5B4CE0EF1A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3873444"/>
            <a:ext cx="5940863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add subtext</a:t>
            </a:r>
          </a:p>
        </p:txBody>
      </p:sp>
      <p:pic>
        <p:nvPicPr>
          <p:cNvPr id="26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518" y="5917708"/>
            <a:ext cx="2030128" cy="290018"/>
          </a:xfrm>
          <a:prstGeom prst="rect">
            <a:avLst/>
          </a:prstGeom>
        </p:spPr>
      </p:pic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1F090C6D-3071-4D4A-87AE-E67393C81A16}"/>
              </a:ext>
            </a:extLst>
          </p:cNvPr>
          <p:cNvSpPr>
            <a:spLocks noGrp="1"/>
          </p:cNvSpPr>
          <p:nvPr/>
        </p:nvSpPr>
        <p:spPr>
          <a:xfrm>
            <a:off x="666750" y="3633437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8" name="Graphic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2442" y="544749"/>
            <a:ext cx="275478" cy="165286"/>
          </a:xfrm>
          <a:prstGeom prst="rect">
            <a:avLst/>
          </a:prstGeom>
        </p:spPr>
      </p:pic>
      <p:pic>
        <p:nvPicPr>
          <p:cNvPr id="29" name="Graphic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5299" y="524935"/>
            <a:ext cx="220382" cy="202017"/>
          </a:xfrm>
          <a:prstGeom prst="rect">
            <a:avLst/>
          </a:prstGeom>
        </p:spPr>
      </p:pic>
      <p:pic>
        <p:nvPicPr>
          <p:cNvPr id="30" name="Graphic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59863" y="488835"/>
            <a:ext cx="189773" cy="220382"/>
          </a:xfrm>
          <a:prstGeom prst="rect">
            <a:avLst/>
          </a:prstGeom>
        </p:spPr>
      </p:pic>
      <p:pic>
        <p:nvPicPr>
          <p:cNvPr id="31" name="Graphic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56356" y="512174"/>
            <a:ext cx="238747" cy="208139"/>
          </a:xfrm>
          <a:prstGeom prst="rect">
            <a:avLst/>
          </a:prstGeom>
        </p:spPr>
      </p:pic>
      <p:pic>
        <p:nvPicPr>
          <p:cNvPr id="32" name="Graphic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71487" y="498763"/>
            <a:ext cx="235038" cy="2350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3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D3C2-28CA-034B-84E3-B20D631ADB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0" y="1434164"/>
            <a:ext cx="6491567" cy="1985255"/>
          </a:xfrm>
        </p:spPr>
        <p:txBody>
          <a:bodyPr anchor="b"/>
          <a:lstStyle>
            <a:lvl1pPr algn="l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r>
              <a:t>Click to add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129FD-65BB-3C46-A192-5B4CE0EF1A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3873444"/>
            <a:ext cx="5940863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add subtext</a:t>
            </a:r>
          </a:p>
        </p:txBody>
      </p:sp>
      <p:pic>
        <p:nvPicPr>
          <p:cNvPr id="26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518" y="5917708"/>
            <a:ext cx="2030128" cy="290018"/>
          </a:xfrm>
          <a:prstGeom prst="rect">
            <a:avLst/>
          </a:prstGeom>
        </p:spPr>
      </p:pic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1FB73FCF-6598-4515-98B5-9F2926D86BFA}"/>
              </a:ext>
            </a:extLst>
          </p:cNvPr>
          <p:cNvSpPr>
            <a:spLocks noGrp="1"/>
          </p:cNvSpPr>
          <p:nvPr/>
        </p:nvSpPr>
        <p:spPr>
          <a:xfrm>
            <a:off x="666750" y="3633437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8" name="Graphic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2442" y="544749"/>
            <a:ext cx="275478" cy="165286"/>
          </a:xfrm>
          <a:prstGeom prst="rect">
            <a:avLst/>
          </a:prstGeom>
        </p:spPr>
      </p:pic>
      <p:pic>
        <p:nvPicPr>
          <p:cNvPr id="29" name="Graphic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5299" y="524935"/>
            <a:ext cx="220382" cy="202017"/>
          </a:xfrm>
          <a:prstGeom prst="rect">
            <a:avLst/>
          </a:prstGeom>
        </p:spPr>
      </p:pic>
      <p:pic>
        <p:nvPicPr>
          <p:cNvPr id="30" name="Graphic 1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59863" y="488835"/>
            <a:ext cx="189773" cy="220382"/>
          </a:xfrm>
          <a:prstGeom prst="rect">
            <a:avLst/>
          </a:prstGeom>
        </p:spPr>
      </p:pic>
      <p:pic>
        <p:nvPicPr>
          <p:cNvPr id="31" name="Graphic 1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56356" y="512174"/>
            <a:ext cx="238747" cy="208139"/>
          </a:xfrm>
          <a:prstGeom prst="rect">
            <a:avLst/>
          </a:prstGeom>
        </p:spPr>
      </p:pic>
      <p:pic>
        <p:nvPicPr>
          <p:cNvPr id="32" name="Graphic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71487" y="498763"/>
            <a:ext cx="235038" cy="2350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3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D3C2-28CA-034B-84E3-B20D631ADB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0" y="1434164"/>
            <a:ext cx="6491567" cy="1985255"/>
          </a:xfrm>
        </p:spPr>
        <p:txBody>
          <a:bodyPr anchor="b"/>
          <a:lstStyle>
            <a:lvl1pPr algn="l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r>
              <a:t>Click to add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129FD-65BB-3C46-A192-5B4CE0EF1A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3873444"/>
            <a:ext cx="5940863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add subtext</a:t>
            </a:r>
          </a:p>
        </p:txBody>
      </p:sp>
      <p:pic>
        <p:nvPicPr>
          <p:cNvPr id="26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518" y="5917708"/>
            <a:ext cx="2030128" cy="290018"/>
          </a:xfrm>
          <a:prstGeom prst="rect">
            <a:avLst/>
          </a:prstGeom>
        </p:spPr>
      </p:pic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8058B38D-94DC-43D8-A30B-AC030C2599E3}"/>
              </a:ext>
            </a:extLst>
          </p:cNvPr>
          <p:cNvSpPr>
            <a:spLocks noGrp="1"/>
          </p:cNvSpPr>
          <p:nvPr/>
        </p:nvSpPr>
        <p:spPr>
          <a:xfrm>
            <a:off x="666750" y="3633437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8" name="Graphic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2442" y="544749"/>
            <a:ext cx="275478" cy="165286"/>
          </a:xfrm>
          <a:prstGeom prst="rect">
            <a:avLst/>
          </a:prstGeom>
        </p:spPr>
      </p:pic>
      <p:pic>
        <p:nvPicPr>
          <p:cNvPr id="29" name="Graphic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5299" y="524935"/>
            <a:ext cx="220382" cy="202017"/>
          </a:xfrm>
          <a:prstGeom prst="rect">
            <a:avLst/>
          </a:prstGeom>
        </p:spPr>
      </p:pic>
      <p:pic>
        <p:nvPicPr>
          <p:cNvPr id="30" name="Graphic 1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59863" y="488835"/>
            <a:ext cx="189773" cy="220382"/>
          </a:xfrm>
          <a:prstGeom prst="rect">
            <a:avLst/>
          </a:prstGeom>
        </p:spPr>
      </p:pic>
      <p:pic>
        <p:nvPicPr>
          <p:cNvPr id="31" name="Graphic 1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56356" y="512174"/>
            <a:ext cx="238747" cy="208139"/>
          </a:xfrm>
          <a:prstGeom prst="rect">
            <a:avLst/>
          </a:prstGeom>
        </p:spPr>
      </p:pic>
      <p:pic>
        <p:nvPicPr>
          <p:cNvPr id="32" name="Graphic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71487" y="498763"/>
            <a:ext cx="235038" cy="2350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 3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D3C2-28CA-034B-84E3-B20D631ADB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0" y="1434164"/>
            <a:ext cx="6491567" cy="1985255"/>
          </a:xfrm>
        </p:spPr>
        <p:txBody>
          <a:bodyPr anchor="b"/>
          <a:lstStyle>
            <a:lvl1pPr algn="l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r>
              <a:t>Click to add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129FD-65BB-3C46-A192-5B4CE0EF1A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3873444"/>
            <a:ext cx="5940863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add subtext</a:t>
            </a:r>
          </a:p>
        </p:txBody>
      </p:sp>
      <p:pic>
        <p:nvPicPr>
          <p:cNvPr id="26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518" y="5917708"/>
            <a:ext cx="2030128" cy="290018"/>
          </a:xfrm>
          <a:prstGeom prst="rect">
            <a:avLst/>
          </a:prstGeom>
        </p:spPr>
      </p:pic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042EC6C1-31FE-47EF-A8F0-F344FC405304}"/>
              </a:ext>
            </a:extLst>
          </p:cNvPr>
          <p:cNvSpPr>
            <a:spLocks noGrp="1"/>
          </p:cNvSpPr>
          <p:nvPr/>
        </p:nvSpPr>
        <p:spPr>
          <a:xfrm>
            <a:off x="666750" y="3633437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8" name="Graphic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2442" y="544749"/>
            <a:ext cx="275478" cy="165286"/>
          </a:xfrm>
          <a:prstGeom prst="rect">
            <a:avLst/>
          </a:prstGeom>
        </p:spPr>
      </p:pic>
      <p:pic>
        <p:nvPicPr>
          <p:cNvPr id="29" name="Graphic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5299" y="524935"/>
            <a:ext cx="220382" cy="202017"/>
          </a:xfrm>
          <a:prstGeom prst="rect">
            <a:avLst/>
          </a:prstGeom>
        </p:spPr>
      </p:pic>
      <p:pic>
        <p:nvPicPr>
          <p:cNvPr id="30" name="Graphic 1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59863" y="488835"/>
            <a:ext cx="189773" cy="220382"/>
          </a:xfrm>
          <a:prstGeom prst="rect">
            <a:avLst/>
          </a:prstGeom>
        </p:spPr>
      </p:pic>
      <p:pic>
        <p:nvPicPr>
          <p:cNvPr id="31" name="Graphic 1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56356" y="512174"/>
            <a:ext cx="238747" cy="208139"/>
          </a:xfrm>
          <a:prstGeom prst="rect">
            <a:avLst/>
          </a:prstGeom>
        </p:spPr>
      </p:pic>
      <p:pic>
        <p:nvPicPr>
          <p:cNvPr id="32" name="Graphic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71487" y="498763"/>
            <a:ext cx="235038" cy="2350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 3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D3C2-28CA-034B-84E3-B20D631ADB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0" y="1434164"/>
            <a:ext cx="6491567" cy="1985255"/>
          </a:xfrm>
        </p:spPr>
        <p:txBody>
          <a:bodyPr anchor="b"/>
          <a:lstStyle>
            <a:lvl1pPr algn="l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r>
              <a:t>Click to add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129FD-65BB-3C46-A192-5B4CE0EF1A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3873444"/>
            <a:ext cx="5940863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add subtext</a:t>
            </a:r>
          </a:p>
        </p:txBody>
      </p:sp>
      <p:pic>
        <p:nvPicPr>
          <p:cNvPr id="26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518" y="5917708"/>
            <a:ext cx="2030128" cy="290018"/>
          </a:xfrm>
          <a:prstGeom prst="rect">
            <a:avLst/>
          </a:prstGeom>
        </p:spPr>
      </p:pic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14A14952-95E1-4394-9022-D45A645BB19B}"/>
              </a:ext>
            </a:extLst>
          </p:cNvPr>
          <p:cNvSpPr>
            <a:spLocks noGrp="1"/>
          </p:cNvSpPr>
          <p:nvPr/>
        </p:nvSpPr>
        <p:spPr>
          <a:xfrm>
            <a:off x="666750" y="3633437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8" name="Graphic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2442" y="544749"/>
            <a:ext cx="275478" cy="165286"/>
          </a:xfrm>
          <a:prstGeom prst="rect">
            <a:avLst/>
          </a:prstGeom>
        </p:spPr>
      </p:pic>
      <p:pic>
        <p:nvPicPr>
          <p:cNvPr id="29" name="Graphic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5299" y="524935"/>
            <a:ext cx="220382" cy="202017"/>
          </a:xfrm>
          <a:prstGeom prst="rect">
            <a:avLst/>
          </a:prstGeom>
        </p:spPr>
      </p:pic>
      <p:pic>
        <p:nvPicPr>
          <p:cNvPr id="30" name="Graphic 1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59863" y="488835"/>
            <a:ext cx="189773" cy="220382"/>
          </a:xfrm>
          <a:prstGeom prst="rect">
            <a:avLst/>
          </a:prstGeom>
        </p:spPr>
      </p:pic>
      <p:pic>
        <p:nvPicPr>
          <p:cNvPr id="31" name="Graphic 1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56356" y="512174"/>
            <a:ext cx="238747" cy="208139"/>
          </a:xfrm>
          <a:prstGeom prst="rect">
            <a:avLst/>
          </a:prstGeom>
        </p:spPr>
      </p:pic>
      <p:pic>
        <p:nvPicPr>
          <p:cNvPr id="32" name="Graphic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71487" y="498763"/>
            <a:ext cx="235038" cy="2350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B1F40-9531-1947-B89E-0945A3EF4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 anchor="ctr">
            <a:normAutofit/>
          </a:bodyPr>
          <a:lstStyle>
            <a:lvl1pPr>
              <a:buNone/>
              <a:defRPr sz="36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55F84-BC30-1A49-8752-BC82A5D64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424707"/>
            <a:ext cx="11058525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43EF82-1AD0-694C-90E1-4BADCB03E306}"/>
              </a:ext>
            </a:extLst>
          </p:cNvPr>
          <p:cNvSpPr>
            <a:spLocks noGrp="1"/>
          </p:cNvSpPr>
          <p:nvPr/>
        </p:nvSpPr>
        <p:spPr>
          <a:xfrm>
            <a:off x="781050" y="0"/>
            <a:ext cx="561975" cy="66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9" name="Graphic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279915"/>
            <a:ext cx="400385" cy="86483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1B7A7B62-E4FA-0C40-A066-4DBE6DB2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 anchor="ctr">
            <a:normAutofit/>
          </a:bodyPr>
          <a:lstStyle>
            <a:lvl1pPr>
              <a:buNone/>
              <a:defRPr sz="3600" b="1"/>
            </a:lvl1pPr>
          </a:lstStyle>
          <a:p>
            <a:r>
              <a:t>Click to edit Master title style</a:t>
            </a:r>
          </a:p>
        </p:txBody>
      </p:sp>
      <p:pic>
        <p:nvPicPr>
          <p:cNvPr id="20" name="Graphic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279915"/>
            <a:ext cx="400385" cy="86483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1B7A7B62-E4FA-0C40-A066-4DBE6DB2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 anchor="ctr">
            <a:normAutofit/>
          </a:bodyPr>
          <a:lstStyle>
            <a:lvl1pPr>
              <a:buNone/>
              <a:defRPr sz="3600" b="1"/>
            </a:lvl1pPr>
          </a:lstStyle>
          <a:p>
            <a:r>
              <a:t>Click to edit Master title style</a:t>
            </a:r>
          </a:p>
        </p:txBody>
      </p:sp>
      <p:pic>
        <p:nvPicPr>
          <p:cNvPr id="20" name="Graphic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279915"/>
            <a:ext cx="400385" cy="86483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3 City End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1B7A7B62-E4FA-0C40-A066-4DBE6DB2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 anchor="ctr">
            <a:normAutofit/>
          </a:bodyPr>
          <a:lstStyle>
            <a:lvl1pPr>
              <a:buNone/>
              <a:defRPr sz="3600" b="1"/>
            </a:lvl1pPr>
          </a:lstStyle>
          <a:p>
            <a:r>
              <a:t>Click to edit Master title style</a:t>
            </a:r>
          </a:p>
        </p:txBody>
      </p:sp>
      <p:pic>
        <p:nvPicPr>
          <p:cNvPr id="21" name="Graphic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279915"/>
            <a:ext cx="400385" cy="864831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21C3A0F-DE76-1B4F-94C1-1DE85E464E5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buNone/>
              <a:defRPr sz="1600">
                <a:solidFill>
                  <a:srgbClr val="333333"/>
                </a:solidFill>
              </a:defRPr>
            </a:lvl1pPr>
          </a:lstStyle>
          <a:p>
            <a:fld id="{2FA352AA-8A82-6049-B18F-07539F444994}" type="slidenum">
              <a:t>‹#›</a:t>
            </a:fld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C21650-0D40-9844-94AA-AAF6B8123D81}"/>
              </a:ext>
            </a:extLst>
          </p:cNvPr>
          <p:cNvSpPr>
            <a:spLocks noGrp="1"/>
          </p:cNvSpPr>
          <p:nvPr/>
        </p:nvSpPr>
        <p:spPr>
          <a:xfrm>
            <a:off x="619125" y="6457950"/>
            <a:ext cx="2727029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>
                <a:solidFill>
                  <a:schemeClr val="accent3"/>
                </a:solidFill>
              </a:rPr>
              <a:t>© Presidio, Inc. All rights reserved. Proprietary and Confidential. 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E4A960E4-0EC0-4C82-B3D3-818FD76E8969}"/>
              </a:ext>
            </a:extLst>
          </p:cNvPr>
          <p:cNvSpPr>
            <a:spLocks noGrp="1"/>
          </p:cNvSpPr>
          <p:nvPr/>
        </p:nv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pic>
        <p:nvPicPr>
          <p:cNvPr id="25" name="Graphic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34888" y="6391274"/>
            <a:ext cx="1333508" cy="1905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1B7A7B62-E4FA-0C40-A066-4DBE6DB2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719" y="2212262"/>
            <a:ext cx="5913669" cy="2495550"/>
          </a:xfrm>
        </p:spPr>
        <p:txBody>
          <a:bodyPr anchor="ctr">
            <a:normAutofit/>
          </a:bodyPr>
          <a:lstStyle>
            <a:lvl1pPr algn="l">
              <a:buNone/>
              <a:defRPr sz="4800" b="1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77521F-CA41-3349-A979-B92FC9D11EFA}"/>
              </a:ext>
            </a:extLst>
          </p:cNvPr>
          <p:cNvSpPr>
            <a:spLocks noGrp="1"/>
          </p:cNvSpPr>
          <p:nvPr/>
        </p:nvSpPr>
        <p:spPr>
          <a:xfrm>
            <a:off x="897640" y="1662436"/>
            <a:ext cx="561975" cy="66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F7111F-64BB-2942-918D-AA61750291FC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8465905" y="2373817"/>
            <a:ext cx="2117974" cy="211599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t>Optional</a:t>
            </a:r>
          </a:p>
          <a:p>
            <a:r>
              <a:t>Image Placeholder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rg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2"/>
          <a:srcRect t="-1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1B7A7B62-E4FA-0C40-A066-4DBE6DB245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1" y="2047875"/>
            <a:ext cx="10763250" cy="2495550"/>
          </a:xfrm>
        </p:spPr>
        <p:txBody>
          <a:bodyPr anchor="t">
            <a:normAutofit/>
          </a:bodyPr>
          <a:lstStyle>
            <a:lvl1pPr algn="ctr">
              <a:buNone/>
              <a:defRPr sz="5400" b="1">
                <a:solidFill>
                  <a:schemeClr val="bg1"/>
                </a:solidFill>
              </a:defRPr>
            </a:lvl1pPr>
          </a:lstStyle>
          <a:p>
            <a:r>
              <a:t>CLICK TO ENTER LARGE QUOTE OR STATEMENT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3583AC-A3A3-DE42-ACEA-C74EF92C675A}"/>
              </a:ext>
            </a:extLst>
          </p:cNvPr>
          <p:cNvSpPr>
            <a:spLocks noGrp="1"/>
          </p:cNvSpPr>
          <p:nvPr/>
        </p:nvSpPr>
        <p:spPr>
          <a:xfrm>
            <a:off x="5815013" y="1733550"/>
            <a:ext cx="561975" cy="66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1B7A7B62-E4FA-0C40-A066-4DBE6DB2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8126"/>
            <a:ext cx="11058525" cy="976313"/>
          </a:xfrm>
        </p:spPr>
        <p:txBody>
          <a:bodyPr anchor="ctr">
            <a:normAutofit/>
          </a:bodyPr>
          <a:lstStyle>
            <a:lvl1pPr>
              <a:buNone/>
              <a:defRPr sz="3600" b="1"/>
            </a:lvl1pPr>
          </a:lstStyle>
          <a:p>
            <a:r>
              <a:t>Click to edit Master title style</a:t>
            </a:r>
          </a:p>
        </p:txBody>
      </p:sp>
      <p:pic>
        <p:nvPicPr>
          <p:cNvPr id="21" name="Graphic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" y="279917"/>
            <a:ext cx="400385" cy="864831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21C3A0F-DE76-1B4F-94C1-1DE85E464E5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buNone/>
              <a:defRPr sz="1600">
                <a:solidFill>
                  <a:srgbClr val="333333"/>
                </a:solidFill>
              </a:defRPr>
            </a:lvl1pPr>
          </a:lstStyle>
          <a:p>
            <a:fld id="{2FA352AA-8A82-6049-B18F-07539F444994}" type="slidenum">
              <a:t>‹#›</a:t>
            </a:fld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C21650-0D40-9844-94AA-AAF6B8123D81}"/>
              </a:ext>
            </a:extLst>
          </p:cNvPr>
          <p:cNvSpPr>
            <a:spLocks noGrp="1"/>
          </p:cNvSpPr>
          <p:nvPr/>
        </p:nvSpPr>
        <p:spPr>
          <a:xfrm>
            <a:off x="619126" y="6457951"/>
            <a:ext cx="2752677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37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>
                <a:solidFill>
                  <a:schemeClr val="accent3"/>
                </a:solidFill>
              </a:rPr>
              <a:t>© Presidio, Inc. All rights reserved. Proprietary and Confidential. 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F74715E5-9686-412C-B557-B83D8C4AD303}"/>
              </a:ext>
            </a:extLst>
          </p:cNvPr>
          <p:cNvSpPr>
            <a:spLocks noGrp="1"/>
          </p:cNvSpPr>
          <p:nvPr/>
        </p:nvSpPr>
        <p:spPr>
          <a:xfrm>
            <a:off x="723900" y="6429375"/>
            <a:ext cx="9544051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pic>
        <p:nvPicPr>
          <p:cNvPr id="25" name="Graphic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34889" y="6391275"/>
            <a:ext cx="1333508" cy="1905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D3C2-28CA-034B-84E3-B20D631ADB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2" y="1990726"/>
            <a:ext cx="6475625" cy="2833983"/>
          </a:xfrm>
        </p:spPr>
        <p:txBody>
          <a:bodyPr anchor="b"/>
          <a:lstStyle>
            <a:lvl1pPr algn="l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r>
              <a:t>Click to add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129FD-65BB-3C46-A192-5B4CE0EF1A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5278732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t>Click to add subtext</a:t>
            </a:r>
          </a:p>
        </p:txBody>
      </p:sp>
      <p:pic>
        <p:nvPicPr>
          <p:cNvPr id="21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519" y="652689"/>
            <a:ext cx="2030128" cy="290019"/>
          </a:xfrm>
          <a:prstGeom prst="rect">
            <a:avLst/>
          </a:prstGeom>
        </p:spPr>
      </p:pic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5CF8136D-524C-4CAF-8E88-61B684DCBBC6}"/>
              </a:ext>
            </a:extLst>
          </p:cNvPr>
          <p:cNvSpPr>
            <a:spLocks noGrp="1"/>
          </p:cNvSpPr>
          <p:nvPr/>
        </p:nvSpPr>
        <p:spPr>
          <a:xfrm>
            <a:off x="666749" y="5038725"/>
            <a:ext cx="476251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igh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D3C2-28CA-034B-84E3-B20D631ADB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2" y="1990726"/>
            <a:ext cx="6475625" cy="2833983"/>
          </a:xfrm>
        </p:spPr>
        <p:txBody>
          <a:bodyPr anchor="b"/>
          <a:lstStyle>
            <a:lvl1pPr algn="l">
              <a:buNone/>
              <a:defRPr sz="6000" b="1">
                <a:solidFill>
                  <a:srgbClr val="333333"/>
                </a:solidFill>
              </a:defRPr>
            </a:lvl1pPr>
          </a:lstStyle>
          <a:p>
            <a:r>
              <a:t>Click to add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129FD-65BB-3C46-A192-5B4CE0EF1A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5278732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3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t>Click to add subtext</a:t>
            </a:r>
          </a:p>
        </p:txBody>
      </p:sp>
      <p:pic>
        <p:nvPicPr>
          <p:cNvPr id="21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519" y="652689"/>
            <a:ext cx="2030128" cy="290019"/>
          </a:xfrm>
          <a:prstGeom prst="rect">
            <a:avLst/>
          </a:prstGeom>
        </p:spPr>
      </p:pic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A5EC5551-7BFA-45D8-AD48-DB51570287EB}"/>
              </a:ext>
            </a:extLst>
          </p:cNvPr>
          <p:cNvSpPr>
            <a:spLocks noGrp="1"/>
          </p:cNvSpPr>
          <p:nvPr/>
        </p:nvSpPr>
        <p:spPr>
          <a:xfrm>
            <a:off x="666749" y="1227121"/>
            <a:ext cx="476251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Blu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D3C2-28CA-034B-84E3-B20D631ADB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1" y="2076450"/>
            <a:ext cx="10533275" cy="2071983"/>
          </a:xfrm>
        </p:spPr>
        <p:txBody>
          <a:bodyPr anchor="b"/>
          <a:lstStyle>
            <a:lvl1pPr algn="l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r>
              <a:t>Click to add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129FD-65BB-3C46-A192-5B4CE0EF1A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4573883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t>Click to add subtext</a:t>
            </a:r>
          </a:p>
        </p:txBody>
      </p:sp>
      <p:pic>
        <p:nvPicPr>
          <p:cNvPr id="21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519" y="652689"/>
            <a:ext cx="2030128" cy="290019"/>
          </a:xfrm>
          <a:prstGeom prst="rect">
            <a:avLst/>
          </a:prstGeom>
        </p:spPr>
      </p:pic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DC014C6B-21AD-4728-85CF-3887C5E0574F}"/>
              </a:ext>
            </a:extLst>
          </p:cNvPr>
          <p:cNvSpPr>
            <a:spLocks noGrp="1"/>
          </p:cNvSpPr>
          <p:nvPr/>
        </p:nvSpPr>
        <p:spPr>
          <a:xfrm>
            <a:off x="666749" y="4333875"/>
            <a:ext cx="476251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Grey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B129FD-65BB-3C46-A192-5B4CE0EF1A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4573883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t>Click to add subtext</a:t>
            </a:r>
          </a:p>
        </p:txBody>
      </p:sp>
      <p:pic>
        <p:nvPicPr>
          <p:cNvPr id="20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519" y="652689"/>
            <a:ext cx="2030128" cy="290019"/>
          </a:xfrm>
          <a:prstGeom prst="rect">
            <a:avLst/>
          </a:prstGeom>
        </p:spPr>
      </p:pic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A8D80CBB-F0BD-4A03-AF2F-CE3D475861EF}"/>
              </a:ext>
            </a:extLst>
          </p:cNvPr>
          <p:cNvSpPr>
            <a:spLocks noGrp="1"/>
          </p:cNvSpPr>
          <p:nvPr/>
        </p:nvSpPr>
        <p:spPr>
          <a:xfrm>
            <a:off x="666749" y="4333875"/>
            <a:ext cx="476251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787DFAF-873C-E749-975D-0F54A1DD7A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1" y="2076450"/>
            <a:ext cx="10533275" cy="2071983"/>
          </a:xfrm>
        </p:spPr>
        <p:txBody>
          <a:bodyPr anchor="b"/>
          <a:lstStyle>
            <a:lvl1pPr algn="l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r>
              <a:t>Click to add presentation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616A542-795E-044F-9C8C-130D310B5A01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 flipH="1">
            <a:off x="8301806" y="3853403"/>
            <a:ext cx="3239831" cy="3004599"/>
          </a:xfrm>
          <a:custGeom>
            <a:avLst/>
            <a:gdLst>
              <a:gd name="connsiteX0" fmla="*/ 0 w 3192104"/>
              <a:gd name="connsiteY0" fmla="*/ 3239729 h 3239729"/>
              <a:gd name="connsiteX1" fmla="*/ 0 w 3192104"/>
              <a:gd name="connsiteY1" fmla="*/ 0 h 3239729"/>
              <a:gd name="connsiteX2" fmla="*/ 3192104 w 3192104"/>
              <a:gd name="connsiteY2" fmla="*/ 3239729 h 3239729"/>
              <a:gd name="connsiteX3" fmla="*/ 0 w 3192104"/>
              <a:gd name="connsiteY3" fmla="*/ 3239729 h 3239729"/>
              <a:gd name="connsiteX0" fmla="*/ 0 w 3192104"/>
              <a:gd name="connsiteY0" fmla="*/ 3035078 h 3035078"/>
              <a:gd name="connsiteX1" fmla="*/ 209006 w 3192104"/>
              <a:gd name="connsiteY1" fmla="*/ 0 h 3035078"/>
              <a:gd name="connsiteX2" fmla="*/ 3192104 w 3192104"/>
              <a:gd name="connsiteY2" fmla="*/ 3035078 h 3035078"/>
              <a:gd name="connsiteX3" fmla="*/ 0 w 3192104"/>
              <a:gd name="connsiteY3" fmla="*/ 3035078 h 3035078"/>
              <a:gd name="connsiteX0" fmla="*/ 0 w 3192104"/>
              <a:gd name="connsiteY0" fmla="*/ 3035078 h 3035078"/>
              <a:gd name="connsiteX1" fmla="*/ 209006 w 3192104"/>
              <a:gd name="connsiteY1" fmla="*/ 0 h 3035078"/>
              <a:gd name="connsiteX2" fmla="*/ 3192104 w 3192104"/>
              <a:gd name="connsiteY2" fmla="*/ 3035078 h 3035078"/>
              <a:gd name="connsiteX3" fmla="*/ 0 w 3192104"/>
              <a:gd name="connsiteY3" fmla="*/ 3035078 h 3035078"/>
              <a:gd name="connsiteX0" fmla="*/ 49066 w 3241170"/>
              <a:gd name="connsiteY0" fmla="*/ 3035078 h 3035078"/>
              <a:gd name="connsiteX1" fmla="*/ 258072 w 3241170"/>
              <a:gd name="connsiteY1" fmla="*/ 0 h 3035078"/>
              <a:gd name="connsiteX2" fmla="*/ 3241170 w 3241170"/>
              <a:gd name="connsiteY2" fmla="*/ 3035078 h 3035078"/>
              <a:gd name="connsiteX3" fmla="*/ 49066 w 3241170"/>
              <a:gd name="connsiteY3" fmla="*/ 3035078 h 3035078"/>
              <a:gd name="connsiteX0" fmla="*/ 47726 w 3239830"/>
              <a:gd name="connsiteY0" fmla="*/ 3004598 h 3004598"/>
              <a:gd name="connsiteX1" fmla="*/ 261086 w 3239830"/>
              <a:gd name="connsiteY1" fmla="*/ 0 h 3004598"/>
              <a:gd name="connsiteX2" fmla="*/ 3239830 w 3239830"/>
              <a:gd name="connsiteY2" fmla="*/ 3004598 h 3004598"/>
              <a:gd name="connsiteX3" fmla="*/ 47726 w 3239830"/>
              <a:gd name="connsiteY3" fmla="*/ 3004598 h 3004598"/>
            </a:gdLst>
            <a:ahLst/>
            <a:cxnLst/>
            <a:rect l="l" t="t" r="r" b="b"/>
            <a:pathLst>
              <a:path w="3239830" h="3004598">
                <a:moveTo>
                  <a:pt x="47726" y="3004598"/>
                </a:moveTo>
                <a:cubicBezTo>
                  <a:pt x="-26297" y="2445751"/>
                  <a:pt x="-52423" y="1207636"/>
                  <a:pt x="261086" y="0"/>
                </a:cubicBezTo>
                <a:lnTo>
                  <a:pt x="3239830" y="3004598"/>
                </a:lnTo>
                <a:lnTo>
                  <a:pt x="47726" y="3004598"/>
                </a:lnTo>
                <a:close/>
              </a:path>
            </a:pathLst>
          </a:custGeom>
        </p:spPr>
        <p:txBody>
          <a:bodyPr anchor="ctr">
            <a:norm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t>Optional</a:t>
            </a:r>
          </a:p>
          <a:p>
            <a:r>
              <a:t>Image Placeholder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D3C2-28CA-034B-84E3-B20D631ADB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1" y="1434166"/>
            <a:ext cx="6491567" cy="1985255"/>
          </a:xfrm>
        </p:spPr>
        <p:txBody>
          <a:bodyPr anchor="b"/>
          <a:lstStyle>
            <a:lvl1pPr algn="l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r>
              <a:t>Click to add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129FD-65BB-3C46-A192-5B4CE0EF1A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2" y="3873444"/>
            <a:ext cx="5940863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t>Click to add subtext</a:t>
            </a:r>
          </a:p>
        </p:txBody>
      </p:sp>
      <p:pic>
        <p:nvPicPr>
          <p:cNvPr id="26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519" y="5917708"/>
            <a:ext cx="2030128" cy="290019"/>
          </a:xfrm>
          <a:prstGeom prst="rect">
            <a:avLst/>
          </a:prstGeom>
        </p:spPr>
      </p:pic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8150E55E-7BD9-49E5-99A0-456613349B5E}"/>
              </a:ext>
            </a:extLst>
          </p:cNvPr>
          <p:cNvSpPr>
            <a:spLocks noGrp="1"/>
          </p:cNvSpPr>
          <p:nvPr/>
        </p:nvSpPr>
        <p:spPr>
          <a:xfrm>
            <a:off x="666749" y="3633437"/>
            <a:ext cx="476251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8" name="Graphic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2442" y="544750"/>
            <a:ext cx="275478" cy="165287"/>
          </a:xfrm>
          <a:prstGeom prst="rect">
            <a:avLst/>
          </a:prstGeom>
        </p:spPr>
      </p:pic>
      <p:pic>
        <p:nvPicPr>
          <p:cNvPr id="29" name="Graphic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5299" y="524936"/>
            <a:ext cx="220382" cy="202018"/>
          </a:xfrm>
          <a:prstGeom prst="rect">
            <a:avLst/>
          </a:prstGeom>
        </p:spPr>
      </p:pic>
      <p:pic>
        <p:nvPicPr>
          <p:cNvPr id="30" name="Graphic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59864" y="488835"/>
            <a:ext cx="189773" cy="220383"/>
          </a:xfrm>
          <a:prstGeom prst="rect">
            <a:avLst/>
          </a:prstGeom>
        </p:spPr>
      </p:pic>
      <p:pic>
        <p:nvPicPr>
          <p:cNvPr id="31" name="Graphic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88429" y="491690"/>
            <a:ext cx="238747" cy="232626"/>
          </a:xfrm>
          <a:prstGeom prst="rect">
            <a:avLst/>
          </a:prstGeom>
        </p:spPr>
      </p:pic>
      <p:pic>
        <p:nvPicPr>
          <p:cNvPr id="32" name="Graphic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56357" y="512175"/>
            <a:ext cx="238747" cy="2081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1B7A7B62-E4FA-0C40-A066-4DBE6DB2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720" y="2212262"/>
            <a:ext cx="5913669" cy="2495551"/>
          </a:xfrm>
        </p:spPr>
        <p:txBody>
          <a:bodyPr anchor="ctr">
            <a:normAutofit/>
          </a:bodyPr>
          <a:lstStyle>
            <a:lvl1pPr algn="l">
              <a:buNone/>
              <a:defRPr sz="4800" b="1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77521F-CA41-3349-A979-B92FC9D11EFA}"/>
              </a:ext>
            </a:extLst>
          </p:cNvPr>
          <p:cNvSpPr>
            <a:spLocks noGrp="1"/>
          </p:cNvSpPr>
          <p:nvPr/>
        </p:nvSpPr>
        <p:spPr>
          <a:xfrm>
            <a:off x="897642" y="1662437"/>
            <a:ext cx="561975" cy="66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F7111F-64BB-2942-918D-AA61750291FC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8465906" y="2373818"/>
            <a:ext cx="2117975" cy="2115991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t>Optional</a:t>
            </a:r>
          </a:p>
          <a:p>
            <a:r>
              <a:t>Image Placeholder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Slide">
    <p:bg>
      <p:bgPr>
        <a:blipFill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3BDA60-7599-314C-A4A1-E40BDBCBCCB4}"/>
              </a:ext>
            </a:extLst>
          </p:cNvPr>
          <p:cNvSpPr>
            <a:spLocks noGrp="1"/>
          </p:cNvSpPr>
          <p:nvPr/>
        </p:nvSpPr>
        <p:spPr>
          <a:xfrm>
            <a:off x="896939" y="1662113"/>
            <a:ext cx="561975" cy="66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EA03C6A-3BD7-4A01-BAAB-A97093861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720" y="2212262"/>
            <a:ext cx="5783040" cy="2495551"/>
          </a:xfrm>
        </p:spPr>
        <p:txBody>
          <a:bodyPr>
            <a:normAutofit/>
          </a:bodyPr>
          <a:lstStyle>
            <a:lvl1pPr algn="l">
              <a:buNone/>
              <a:defRPr sz="4800" b="1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9FDF67-E158-4D44-9193-FA2977EBDCB9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8465906" y="2373818"/>
            <a:ext cx="2117975" cy="2115991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CCB05-224A-0346-975F-00A282C7F4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2" y="1685926"/>
            <a:ext cx="6092825" cy="1990725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add Chapter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4DF266-627C-9640-953A-219268AFE48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98526" y="3922713"/>
            <a:ext cx="6083300" cy="79216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subtext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F6C9D410-EB88-429A-BBFF-093E2AEAC38C}"/>
              </a:ext>
            </a:extLst>
          </p:cNvPr>
          <p:cNvSpPr>
            <a:spLocks noGrp="1"/>
          </p:cNvSpPr>
          <p:nvPr/>
        </p:nvSpPr>
        <p:spPr>
          <a:xfrm>
            <a:off x="1009651" y="3790951"/>
            <a:ext cx="390525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594EE29-B8BC-B04B-A1C3-A7F618959D73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017035" y="-9834"/>
            <a:ext cx="5988152" cy="6907163"/>
          </a:xfrm>
          <a:custGeom>
            <a:avLst/>
            <a:gdLst>
              <a:gd name="connsiteX0" fmla="*/ 0 w 6656746"/>
              <a:gd name="connsiteY0" fmla="*/ 0 h 6858000"/>
              <a:gd name="connsiteX1" fmla="*/ 3248159 w 6656746"/>
              <a:gd name="connsiteY1" fmla="*/ 0 h 6858000"/>
              <a:gd name="connsiteX2" fmla="*/ 6656746 w 6656746"/>
              <a:gd name="connsiteY2" fmla="*/ 3429000 h 6858000"/>
              <a:gd name="connsiteX3" fmla="*/ 3248159 w 6656746"/>
              <a:gd name="connsiteY3" fmla="*/ 6858000 h 6858000"/>
              <a:gd name="connsiteX4" fmla="*/ 0 w 6656746"/>
              <a:gd name="connsiteY4" fmla="*/ 6858000 h 6858000"/>
              <a:gd name="connsiteX5" fmla="*/ 3408587 w 6656746"/>
              <a:gd name="connsiteY5" fmla="*/ 3429000 h 6858000"/>
              <a:gd name="connsiteX6" fmla="*/ 0 w 6656746"/>
              <a:gd name="connsiteY6" fmla="*/ 0 h 6858000"/>
              <a:gd name="connsiteX0" fmla="*/ 0 w 6656746"/>
              <a:gd name="connsiteY0" fmla="*/ 0 h 6858000"/>
              <a:gd name="connsiteX1" fmla="*/ 3248159 w 6656746"/>
              <a:gd name="connsiteY1" fmla="*/ 0 h 6858000"/>
              <a:gd name="connsiteX2" fmla="*/ 6656746 w 6656746"/>
              <a:gd name="connsiteY2" fmla="*/ 3429000 h 6858000"/>
              <a:gd name="connsiteX3" fmla="*/ 5103249 w 6656746"/>
              <a:gd name="connsiteY3" fmla="*/ 4975123 h 6858000"/>
              <a:gd name="connsiteX4" fmla="*/ 3248159 w 6656746"/>
              <a:gd name="connsiteY4" fmla="*/ 6858000 h 6858000"/>
              <a:gd name="connsiteX5" fmla="*/ 0 w 6656746"/>
              <a:gd name="connsiteY5" fmla="*/ 6858000 h 6858000"/>
              <a:gd name="connsiteX6" fmla="*/ 3408587 w 6656746"/>
              <a:gd name="connsiteY6" fmla="*/ 3429000 h 6858000"/>
              <a:gd name="connsiteX7" fmla="*/ 0 w 6656746"/>
              <a:gd name="connsiteY7" fmla="*/ 0 h 6858000"/>
              <a:gd name="connsiteX0" fmla="*/ 0 w 6656746"/>
              <a:gd name="connsiteY0" fmla="*/ 0 h 6858000"/>
              <a:gd name="connsiteX1" fmla="*/ 3248159 w 6656746"/>
              <a:gd name="connsiteY1" fmla="*/ 0 h 6858000"/>
              <a:gd name="connsiteX2" fmla="*/ 5299894 w 6656746"/>
              <a:gd name="connsiteY2" fmla="*/ 2084439 h 6858000"/>
              <a:gd name="connsiteX3" fmla="*/ 6656746 w 6656746"/>
              <a:gd name="connsiteY3" fmla="*/ 3429000 h 6858000"/>
              <a:gd name="connsiteX4" fmla="*/ 5103249 w 6656746"/>
              <a:gd name="connsiteY4" fmla="*/ 4975123 h 6858000"/>
              <a:gd name="connsiteX5" fmla="*/ 3248159 w 6656746"/>
              <a:gd name="connsiteY5" fmla="*/ 6858000 h 6858000"/>
              <a:gd name="connsiteX6" fmla="*/ 0 w 6656746"/>
              <a:gd name="connsiteY6" fmla="*/ 6858000 h 6858000"/>
              <a:gd name="connsiteX7" fmla="*/ 3408587 w 6656746"/>
              <a:gd name="connsiteY7" fmla="*/ 3429000 h 6858000"/>
              <a:gd name="connsiteX8" fmla="*/ 0 w 6656746"/>
              <a:gd name="connsiteY8" fmla="*/ 0 h 6858000"/>
              <a:gd name="connsiteX0" fmla="*/ 0 w 5299894"/>
              <a:gd name="connsiteY0" fmla="*/ 0 h 6858000"/>
              <a:gd name="connsiteX1" fmla="*/ 3248159 w 5299894"/>
              <a:gd name="connsiteY1" fmla="*/ 0 h 6858000"/>
              <a:gd name="connsiteX2" fmla="*/ 5299894 w 5299894"/>
              <a:gd name="connsiteY2" fmla="*/ 2084439 h 6858000"/>
              <a:gd name="connsiteX3" fmla="*/ 5103249 w 5299894"/>
              <a:gd name="connsiteY3" fmla="*/ 4975123 h 6858000"/>
              <a:gd name="connsiteX4" fmla="*/ 3248159 w 5299894"/>
              <a:gd name="connsiteY4" fmla="*/ 6858000 h 6858000"/>
              <a:gd name="connsiteX5" fmla="*/ 0 w 5299894"/>
              <a:gd name="connsiteY5" fmla="*/ 6858000 h 6858000"/>
              <a:gd name="connsiteX6" fmla="*/ 3408587 w 5299894"/>
              <a:gd name="connsiteY6" fmla="*/ 3429000 h 6858000"/>
              <a:gd name="connsiteX7" fmla="*/ 0 w 5299894"/>
              <a:gd name="connsiteY7" fmla="*/ 0 h 6858000"/>
              <a:gd name="connsiteX0" fmla="*/ 0 w 5880987"/>
              <a:gd name="connsiteY0" fmla="*/ 0 h 6858000"/>
              <a:gd name="connsiteX1" fmla="*/ 3248159 w 5880987"/>
              <a:gd name="connsiteY1" fmla="*/ 0 h 6858000"/>
              <a:gd name="connsiteX2" fmla="*/ 5299894 w 5880987"/>
              <a:gd name="connsiteY2" fmla="*/ 2084439 h 6858000"/>
              <a:gd name="connsiteX3" fmla="*/ 5879997 w 5880987"/>
              <a:gd name="connsiteY3" fmla="*/ 3451123 h 6858000"/>
              <a:gd name="connsiteX4" fmla="*/ 5103249 w 5880987"/>
              <a:gd name="connsiteY4" fmla="*/ 4975123 h 6858000"/>
              <a:gd name="connsiteX5" fmla="*/ 3248159 w 5880987"/>
              <a:gd name="connsiteY5" fmla="*/ 6858000 h 6858000"/>
              <a:gd name="connsiteX6" fmla="*/ 0 w 5880987"/>
              <a:gd name="connsiteY6" fmla="*/ 6858000 h 6858000"/>
              <a:gd name="connsiteX7" fmla="*/ 3408587 w 5880987"/>
              <a:gd name="connsiteY7" fmla="*/ 3429000 h 6858000"/>
              <a:gd name="connsiteX8" fmla="*/ 0 w 588098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198998 w 5879997"/>
              <a:gd name="connsiteY1" fmla="*/ 29497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60 w 5879997"/>
              <a:gd name="connsiteY1" fmla="*/ 39329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18663 w 5879997"/>
              <a:gd name="connsiteY1" fmla="*/ 19664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29497 w 5909494"/>
              <a:gd name="connsiteY0" fmla="*/ 0 h 6867833"/>
              <a:gd name="connsiteX1" fmla="*/ 3248160 w 5909494"/>
              <a:gd name="connsiteY1" fmla="*/ 19664 h 6867833"/>
              <a:gd name="connsiteX2" fmla="*/ 5329391 w 5909494"/>
              <a:gd name="connsiteY2" fmla="*/ 2084439 h 6867833"/>
              <a:gd name="connsiteX3" fmla="*/ 5909494 w 5909494"/>
              <a:gd name="connsiteY3" fmla="*/ 3451123 h 6867833"/>
              <a:gd name="connsiteX4" fmla="*/ 5132746 w 5909494"/>
              <a:gd name="connsiteY4" fmla="*/ 4975123 h 6867833"/>
              <a:gd name="connsiteX5" fmla="*/ 3277656 w 5909494"/>
              <a:gd name="connsiteY5" fmla="*/ 6858000 h 6867833"/>
              <a:gd name="connsiteX6" fmla="*/ 0 w 5909494"/>
              <a:gd name="connsiteY6" fmla="*/ 6867833 h 6867833"/>
              <a:gd name="connsiteX7" fmla="*/ 3438084 w 5909494"/>
              <a:gd name="connsiteY7" fmla="*/ 3429000 h 6867833"/>
              <a:gd name="connsiteX8" fmla="*/ 29497 w 5909494"/>
              <a:gd name="connsiteY8" fmla="*/ 0 h 6867833"/>
              <a:gd name="connsiteX0" fmla="*/ 19665 w 5909494"/>
              <a:gd name="connsiteY0" fmla="*/ 0 h 6867833"/>
              <a:gd name="connsiteX1" fmla="*/ 3248160 w 5909494"/>
              <a:gd name="connsiteY1" fmla="*/ 19664 h 6867833"/>
              <a:gd name="connsiteX2" fmla="*/ 5329391 w 5909494"/>
              <a:gd name="connsiteY2" fmla="*/ 2084439 h 6867833"/>
              <a:gd name="connsiteX3" fmla="*/ 5909494 w 5909494"/>
              <a:gd name="connsiteY3" fmla="*/ 3451123 h 6867833"/>
              <a:gd name="connsiteX4" fmla="*/ 5132746 w 5909494"/>
              <a:gd name="connsiteY4" fmla="*/ 4975123 h 6867833"/>
              <a:gd name="connsiteX5" fmla="*/ 3277656 w 5909494"/>
              <a:gd name="connsiteY5" fmla="*/ 6858000 h 6867833"/>
              <a:gd name="connsiteX6" fmla="*/ 0 w 5909494"/>
              <a:gd name="connsiteY6" fmla="*/ 6867833 h 6867833"/>
              <a:gd name="connsiteX7" fmla="*/ 3438084 w 5909494"/>
              <a:gd name="connsiteY7" fmla="*/ 3429000 h 6867833"/>
              <a:gd name="connsiteX8" fmla="*/ 19665 w 5909494"/>
              <a:gd name="connsiteY8" fmla="*/ 0 h 6867833"/>
              <a:gd name="connsiteX0" fmla="*/ 19665 w 5909494"/>
              <a:gd name="connsiteY0" fmla="*/ 1 h 6867834"/>
              <a:gd name="connsiteX1" fmla="*/ 3228496 w 5909494"/>
              <a:gd name="connsiteY1" fmla="*/ 0 h 6867834"/>
              <a:gd name="connsiteX2" fmla="*/ 5329391 w 5909494"/>
              <a:gd name="connsiteY2" fmla="*/ 2084440 h 6867834"/>
              <a:gd name="connsiteX3" fmla="*/ 5909494 w 5909494"/>
              <a:gd name="connsiteY3" fmla="*/ 3451124 h 6867834"/>
              <a:gd name="connsiteX4" fmla="*/ 5132746 w 5909494"/>
              <a:gd name="connsiteY4" fmla="*/ 4975124 h 6867834"/>
              <a:gd name="connsiteX5" fmla="*/ 3277656 w 5909494"/>
              <a:gd name="connsiteY5" fmla="*/ 6858001 h 6867834"/>
              <a:gd name="connsiteX6" fmla="*/ 0 w 5909494"/>
              <a:gd name="connsiteY6" fmla="*/ 6867834 h 6867834"/>
              <a:gd name="connsiteX7" fmla="*/ 3438084 w 5909494"/>
              <a:gd name="connsiteY7" fmla="*/ 3429001 h 6867834"/>
              <a:gd name="connsiteX8" fmla="*/ 19665 w 5909494"/>
              <a:gd name="connsiteY8" fmla="*/ 1 h 6867834"/>
              <a:gd name="connsiteX0" fmla="*/ 68826 w 5958655"/>
              <a:gd name="connsiteY0" fmla="*/ 1 h 6887499"/>
              <a:gd name="connsiteX1" fmla="*/ 3277657 w 5958655"/>
              <a:gd name="connsiteY1" fmla="*/ 0 h 6887499"/>
              <a:gd name="connsiteX2" fmla="*/ 5378552 w 5958655"/>
              <a:gd name="connsiteY2" fmla="*/ 2084440 h 6887499"/>
              <a:gd name="connsiteX3" fmla="*/ 5958655 w 5958655"/>
              <a:gd name="connsiteY3" fmla="*/ 3451124 h 6887499"/>
              <a:gd name="connsiteX4" fmla="*/ 5181907 w 5958655"/>
              <a:gd name="connsiteY4" fmla="*/ 4975124 h 6887499"/>
              <a:gd name="connsiteX5" fmla="*/ 3326817 w 5958655"/>
              <a:gd name="connsiteY5" fmla="*/ 6858001 h 6887499"/>
              <a:gd name="connsiteX6" fmla="*/ 0 w 5958655"/>
              <a:gd name="connsiteY6" fmla="*/ 6887499 h 6887499"/>
              <a:gd name="connsiteX7" fmla="*/ 3487245 w 5958655"/>
              <a:gd name="connsiteY7" fmla="*/ 3429001 h 6887499"/>
              <a:gd name="connsiteX8" fmla="*/ 68826 w 5958655"/>
              <a:gd name="connsiteY8" fmla="*/ 1 h 6887499"/>
              <a:gd name="connsiteX0" fmla="*/ 68826 w 5958655"/>
              <a:gd name="connsiteY0" fmla="*/ 1 h 6887499"/>
              <a:gd name="connsiteX1" fmla="*/ 3277657 w 5958655"/>
              <a:gd name="connsiteY1" fmla="*/ 0 h 6887499"/>
              <a:gd name="connsiteX2" fmla="*/ 5378552 w 5958655"/>
              <a:gd name="connsiteY2" fmla="*/ 2084440 h 6887499"/>
              <a:gd name="connsiteX3" fmla="*/ 5958655 w 5958655"/>
              <a:gd name="connsiteY3" fmla="*/ 3451124 h 6887499"/>
              <a:gd name="connsiteX4" fmla="*/ 5181907 w 5958655"/>
              <a:gd name="connsiteY4" fmla="*/ 4975124 h 6887499"/>
              <a:gd name="connsiteX5" fmla="*/ 3326817 w 5958655"/>
              <a:gd name="connsiteY5" fmla="*/ 6858001 h 6887499"/>
              <a:gd name="connsiteX6" fmla="*/ 0 w 5958655"/>
              <a:gd name="connsiteY6" fmla="*/ 6887499 h 6887499"/>
              <a:gd name="connsiteX7" fmla="*/ 3477413 w 5958655"/>
              <a:gd name="connsiteY7" fmla="*/ 3438834 h 6887499"/>
              <a:gd name="connsiteX8" fmla="*/ 68826 w 5958655"/>
              <a:gd name="connsiteY8" fmla="*/ 1 h 6887499"/>
              <a:gd name="connsiteX0" fmla="*/ 68826 w 5958655"/>
              <a:gd name="connsiteY0" fmla="*/ 1 h 6887499"/>
              <a:gd name="connsiteX1" fmla="*/ 3277657 w 5958655"/>
              <a:gd name="connsiteY1" fmla="*/ 0 h 6887499"/>
              <a:gd name="connsiteX2" fmla="*/ 5378552 w 5958655"/>
              <a:gd name="connsiteY2" fmla="*/ 2084440 h 6887499"/>
              <a:gd name="connsiteX3" fmla="*/ 5958655 w 5958655"/>
              <a:gd name="connsiteY3" fmla="*/ 3451124 h 6887499"/>
              <a:gd name="connsiteX4" fmla="*/ 5181907 w 5958655"/>
              <a:gd name="connsiteY4" fmla="*/ 4975124 h 6887499"/>
              <a:gd name="connsiteX5" fmla="*/ 3307153 w 5958655"/>
              <a:gd name="connsiteY5" fmla="*/ 6887498 h 6887499"/>
              <a:gd name="connsiteX6" fmla="*/ 0 w 5958655"/>
              <a:gd name="connsiteY6" fmla="*/ 6887499 h 6887499"/>
              <a:gd name="connsiteX7" fmla="*/ 3477413 w 5958655"/>
              <a:gd name="connsiteY7" fmla="*/ 3438834 h 6887499"/>
              <a:gd name="connsiteX8" fmla="*/ 68826 w 5958655"/>
              <a:gd name="connsiteY8" fmla="*/ 1 h 6887499"/>
              <a:gd name="connsiteX0" fmla="*/ 68826 w 5988152"/>
              <a:gd name="connsiteY0" fmla="*/ 1 h 6887499"/>
              <a:gd name="connsiteX1" fmla="*/ 3277657 w 5988152"/>
              <a:gd name="connsiteY1" fmla="*/ 0 h 6887499"/>
              <a:gd name="connsiteX2" fmla="*/ 5378552 w 5988152"/>
              <a:gd name="connsiteY2" fmla="*/ 2084440 h 6887499"/>
              <a:gd name="connsiteX3" fmla="*/ 5988152 w 5988152"/>
              <a:gd name="connsiteY3" fmla="*/ 3451124 h 6887499"/>
              <a:gd name="connsiteX4" fmla="*/ 5181907 w 5988152"/>
              <a:gd name="connsiteY4" fmla="*/ 4975124 h 6887499"/>
              <a:gd name="connsiteX5" fmla="*/ 3307153 w 5988152"/>
              <a:gd name="connsiteY5" fmla="*/ 6887498 h 6887499"/>
              <a:gd name="connsiteX6" fmla="*/ 0 w 5988152"/>
              <a:gd name="connsiteY6" fmla="*/ 6887499 h 6887499"/>
              <a:gd name="connsiteX7" fmla="*/ 3477413 w 5988152"/>
              <a:gd name="connsiteY7" fmla="*/ 3438834 h 6887499"/>
              <a:gd name="connsiteX8" fmla="*/ 68826 w 5988152"/>
              <a:gd name="connsiteY8" fmla="*/ 1 h 6887499"/>
              <a:gd name="connsiteX0" fmla="*/ 68826 w 5988152"/>
              <a:gd name="connsiteY0" fmla="*/ 1 h 6887499"/>
              <a:gd name="connsiteX1" fmla="*/ 3277657 w 5988152"/>
              <a:gd name="connsiteY1" fmla="*/ 0 h 6887499"/>
              <a:gd name="connsiteX2" fmla="*/ 5378552 w 5988152"/>
              <a:gd name="connsiteY2" fmla="*/ 2084440 h 6887499"/>
              <a:gd name="connsiteX3" fmla="*/ 5988152 w 5988152"/>
              <a:gd name="connsiteY3" fmla="*/ 3451124 h 6887499"/>
              <a:gd name="connsiteX4" fmla="*/ 5181907 w 5988152"/>
              <a:gd name="connsiteY4" fmla="*/ 4975124 h 6887499"/>
              <a:gd name="connsiteX5" fmla="*/ 3307153 w 5988152"/>
              <a:gd name="connsiteY5" fmla="*/ 6887498 h 6887499"/>
              <a:gd name="connsiteX6" fmla="*/ 0 w 5988152"/>
              <a:gd name="connsiteY6" fmla="*/ 6887499 h 6887499"/>
              <a:gd name="connsiteX7" fmla="*/ 3457748 w 5988152"/>
              <a:gd name="connsiteY7" fmla="*/ 3429002 h 6887499"/>
              <a:gd name="connsiteX8" fmla="*/ 68826 w 5988152"/>
              <a:gd name="connsiteY8" fmla="*/ 1 h 6887499"/>
              <a:gd name="connsiteX0" fmla="*/ 68826 w 5988152"/>
              <a:gd name="connsiteY0" fmla="*/ 1 h 6897330"/>
              <a:gd name="connsiteX1" fmla="*/ 3277657 w 5988152"/>
              <a:gd name="connsiteY1" fmla="*/ 0 h 6897330"/>
              <a:gd name="connsiteX2" fmla="*/ 5378552 w 5988152"/>
              <a:gd name="connsiteY2" fmla="*/ 2084440 h 6897330"/>
              <a:gd name="connsiteX3" fmla="*/ 5988152 w 5988152"/>
              <a:gd name="connsiteY3" fmla="*/ 3451124 h 6897330"/>
              <a:gd name="connsiteX4" fmla="*/ 5181907 w 5988152"/>
              <a:gd name="connsiteY4" fmla="*/ 4975124 h 6897330"/>
              <a:gd name="connsiteX5" fmla="*/ 3336650 w 5988152"/>
              <a:gd name="connsiteY5" fmla="*/ 6897330 h 6897330"/>
              <a:gd name="connsiteX6" fmla="*/ 0 w 5988152"/>
              <a:gd name="connsiteY6" fmla="*/ 6887499 h 6897330"/>
              <a:gd name="connsiteX7" fmla="*/ 3457748 w 5988152"/>
              <a:gd name="connsiteY7" fmla="*/ 3429002 h 6897330"/>
              <a:gd name="connsiteX8" fmla="*/ 68826 w 5988152"/>
              <a:gd name="connsiteY8" fmla="*/ 1 h 6897330"/>
              <a:gd name="connsiteX0" fmla="*/ 68826 w 5988152"/>
              <a:gd name="connsiteY0" fmla="*/ 1 h 6897330"/>
              <a:gd name="connsiteX1" fmla="*/ 3277657 w 5988152"/>
              <a:gd name="connsiteY1" fmla="*/ 0 h 6897330"/>
              <a:gd name="connsiteX2" fmla="*/ 5368719 w 5988152"/>
              <a:gd name="connsiteY2" fmla="*/ 2054943 h 6897330"/>
              <a:gd name="connsiteX3" fmla="*/ 5988152 w 5988152"/>
              <a:gd name="connsiteY3" fmla="*/ 3451124 h 6897330"/>
              <a:gd name="connsiteX4" fmla="*/ 5181907 w 5988152"/>
              <a:gd name="connsiteY4" fmla="*/ 4975124 h 6897330"/>
              <a:gd name="connsiteX5" fmla="*/ 3336650 w 5988152"/>
              <a:gd name="connsiteY5" fmla="*/ 6897330 h 6897330"/>
              <a:gd name="connsiteX6" fmla="*/ 0 w 5988152"/>
              <a:gd name="connsiteY6" fmla="*/ 6887499 h 6897330"/>
              <a:gd name="connsiteX7" fmla="*/ 3457748 w 5988152"/>
              <a:gd name="connsiteY7" fmla="*/ 3429002 h 6897330"/>
              <a:gd name="connsiteX8" fmla="*/ 68826 w 5988152"/>
              <a:gd name="connsiteY8" fmla="*/ 1 h 6897330"/>
              <a:gd name="connsiteX0" fmla="*/ 68826 w 5988152"/>
              <a:gd name="connsiteY0" fmla="*/ 9834 h 6907163"/>
              <a:gd name="connsiteX1" fmla="*/ 3297321 w 5988152"/>
              <a:gd name="connsiteY1" fmla="*/ 0 h 6907163"/>
              <a:gd name="connsiteX2" fmla="*/ 5368719 w 5988152"/>
              <a:gd name="connsiteY2" fmla="*/ 2064776 h 6907163"/>
              <a:gd name="connsiteX3" fmla="*/ 5988152 w 5988152"/>
              <a:gd name="connsiteY3" fmla="*/ 3460957 h 6907163"/>
              <a:gd name="connsiteX4" fmla="*/ 5181907 w 5988152"/>
              <a:gd name="connsiteY4" fmla="*/ 4984957 h 6907163"/>
              <a:gd name="connsiteX5" fmla="*/ 3336650 w 5988152"/>
              <a:gd name="connsiteY5" fmla="*/ 6907163 h 6907163"/>
              <a:gd name="connsiteX6" fmla="*/ 0 w 5988152"/>
              <a:gd name="connsiteY6" fmla="*/ 6897332 h 6907163"/>
              <a:gd name="connsiteX7" fmla="*/ 3457748 w 5988152"/>
              <a:gd name="connsiteY7" fmla="*/ 3438835 h 6907163"/>
              <a:gd name="connsiteX8" fmla="*/ 68826 w 5988152"/>
              <a:gd name="connsiteY8" fmla="*/ 9834 h 6907163"/>
              <a:gd name="connsiteX0" fmla="*/ 29497 w 5988152"/>
              <a:gd name="connsiteY0" fmla="*/ 2 h 6907163"/>
              <a:gd name="connsiteX1" fmla="*/ 3297321 w 5988152"/>
              <a:gd name="connsiteY1" fmla="*/ 0 h 6907163"/>
              <a:gd name="connsiteX2" fmla="*/ 5368719 w 5988152"/>
              <a:gd name="connsiteY2" fmla="*/ 2064776 h 6907163"/>
              <a:gd name="connsiteX3" fmla="*/ 5988152 w 5988152"/>
              <a:gd name="connsiteY3" fmla="*/ 3460957 h 6907163"/>
              <a:gd name="connsiteX4" fmla="*/ 5181907 w 5988152"/>
              <a:gd name="connsiteY4" fmla="*/ 4984957 h 6907163"/>
              <a:gd name="connsiteX5" fmla="*/ 3336650 w 5988152"/>
              <a:gd name="connsiteY5" fmla="*/ 6907163 h 6907163"/>
              <a:gd name="connsiteX6" fmla="*/ 0 w 5988152"/>
              <a:gd name="connsiteY6" fmla="*/ 6897332 h 6907163"/>
              <a:gd name="connsiteX7" fmla="*/ 3457748 w 5988152"/>
              <a:gd name="connsiteY7" fmla="*/ 3438835 h 6907163"/>
              <a:gd name="connsiteX8" fmla="*/ 29497 w 5988152"/>
              <a:gd name="connsiteY8" fmla="*/ 2 h 6907163"/>
            </a:gdLst>
            <a:ahLst/>
            <a:cxnLst/>
            <a:rect l="l" t="t" r="r" b="b"/>
            <a:pathLst>
              <a:path w="5988152" h="6907163">
                <a:moveTo>
                  <a:pt x="29497" y="2"/>
                </a:moveTo>
                <a:lnTo>
                  <a:pt x="3297321" y="0"/>
                </a:lnTo>
                <a:lnTo>
                  <a:pt x="5368719" y="2064776"/>
                </a:lnTo>
                <a:cubicBezTo>
                  <a:pt x="5555532" y="2284363"/>
                  <a:pt x="5958656" y="2631770"/>
                  <a:pt x="5988152" y="3460957"/>
                </a:cubicBezTo>
                <a:cubicBezTo>
                  <a:pt x="5896384" y="4185267"/>
                  <a:pt x="5716127" y="4388466"/>
                  <a:pt x="5181907" y="4984957"/>
                </a:cubicBezTo>
                <a:lnTo>
                  <a:pt x="3336650" y="6907163"/>
                </a:lnTo>
                <a:lnTo>
                  <a:pt x="0" y="6897332"/>
                </a:lnTo>
                <a:lnTo>
                  <a:pt x="3457748" y="3438835"/>
                </a:lnTo>
                <a:lnTo>
                  <a:pt x="29497" y="2"/>
                </a:lnTo>
                <a:close/>
              </a:path>
            </a:pathLst>
          </a:custGeom>
        </p:spPr>
        <p:txBody>
          <a:bodyPr anchor="ctr"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t>Optional image placeholder  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143625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1B7A7B62-E4FA-0C40-A066-4DBE6DB245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1" y="2047875"/>
            <a:ext cx="10763251" cy="2495551"/>
          </a:xfrm>
        </p:spPr>
        <p:txBody>
          <a:bodyPr anchor="t">
            <a:normAutofit/>
          </a:bodyPr>
          <a:lstStyle>
            <a:lvl1pPr algn="ctr">
              <a:buNone/>
              <a:defRPr sz="5400" b="1">
                <a:solidFill>
                  <a:schemeClr val="bg1"/>
                </a:solidFill>
              </a:defRPr>
            </a:lvl1pPr>
          </a:lstStyle>
          <a:p>
            <a:r>
              <a:t>CLICK TO ENTER LARGE QUOTE OR STATEMENT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3583AC-A3A3-DE42-ACEA-C74EF92C675A}"/>
              </a:ext>
            </a:extLst>
          </p:cNvPr>
          <p:cNvSpPr>
            <a:spLocks noGrp="1"/>
          </p:cNvSpPr>
          <p:nvPr/>
        </p:nvSpPr>
        <p:spPr>
          <a:xfrm>
            <a:off x="5815014" y="1733551"/>
            <a:ext cx="561975" cy="66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A984374-E8BD-934B-B3E1-DA4F1A05ABC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buNone/>
              <a:defRPr sz="1600">
                <a:solidFill>
                  <a:srgbClr val="333333"/>
                </a:solidFill>
              </a:defRPr>
            </a:lvl1pPr>
          </a:lstStyle>
          <a:p>
            <a:fld id="{2FA352AA-8A82-6049-B18F-07539F444994}" type="slidenum">
              <a:t>‹#›</a:t>
            </a:fld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2C16EB-8D34-2246-8B97-962D2F45F1F5}"/>
              </a:ext>
            </a:extLst>
          </p:cNvPr>
          <p:cNvSpPr>
            <a:spLocks noGrp="1"/>
          </p:cNvSpPr>
          <p:nvPr/>
        </p:nvSpPr>
        <p:spPr>
          <a:xfrm>
            <a:off x="619126" y="6457951"/>
            <a:ext cx="2752677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37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>
                <a:solidFill>
                  <a:schemeClr val="accent3"/>
                </a:solidFill>
              </a:rPr>
              <a:t>© Presidio, Inc. All rights reserved. Proprietary and Confidential. 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4EE5BBAB-0B33-41DE-9432-D7873786406C}"/>
              </a:ext>
            </a:extLst>
          </p:cNvPr>
          <p:cNvSpPr>
            <a:spLocks noGrp="1"/>
          </p:cNvSpPr>
          <p:nvPr/>
        </p:nvSpPr>
        <p:spPr>
          <a:xfrm>
            <a:off x="723900" y="6429375"/>
            <a:ext cx="9544051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7" name="Graphic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34889" y="6391275"/>
            <a:ext cx="1333508" cy="1905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D3C2-28CA-034B-84E3-B20D631ADB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0" y="1990726"/>
            <a:ext cx="6475625" cy="2833982"/>
          </a:xfrm>
        </p:spPr>
        <p:txBody>
          <a:bodyPr anchor="b"/>
          <a:lstStyle>
            <a:lvl1pPr algn="l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r>
              <a:t>Click to add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129FD-65BB-3C46-A192-5B4CE0EF1A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5278732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add subtext</a:t>
            </a:r>
          </a:p>
        </p:txBody>
      </p:sp>
      <p:pic>
        <p:nvPicPr>
          <p:cNvPr id="21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518" y="652689"/>
            <a:ext cx="2030128" cy="290018"/>
          </a:xfrm>
          <a:prstGeom prst="rect">
            <a:avLst/>
          </a:prstGeom>
        </p:spPr>
      </p:pic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B481BBD3-6880-4F66-96DD-971DE7053B60}"/>
              </a:ext>
            </a:extLst>
          </p:cNvPr>
          <p:cNvSpPr>
            <a:spLocks noGrp="1"/>
          </p:cNvSpPr>
          <p:nvPr/>
        </p:nvSpPr>
        <p:spPr>
          <a:xfrm>
            <a:off x="666750" y="5038725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ligh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D3C2-28CA-034B-84E3-B20D631ADB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0" y="1990726"/>
            <a:ext cx="6475625" cy="2833982"/>
          </a:xfrm>
        </p:spPr>
        <p:txBody>
          <a:bodyPr anchor="b"/>
          <a:lstStyle>
            <a:lvl1pPr algn="l">
              <a:buNone/>
              <a:defRPr sz="6000" b="1">
                <a:solidFill>
                  <a:srgbClr val="333333"/>
                </a:solidFill>
              </a:defRPr>
            </a:lvl1pPr>
          </a:lstStyle>
          <a:p>
            <a:r>
              <a:t>Click to add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129FD-65BB-3C46-A192-5B4CE0EF1A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5278732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add subtext</a:t>
            </a:r>
          </a:p>
        </p:txBody>
      </p:sp>
      <p:pic>
        <p:nvPicPr>
          <p:cNvPr id="21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518" y="652689"/>
            <a:ext cx="2030128" cy="290018"/>
          </a:xfrm>
          <a:prstGeom prst="rect">
            <a:avLst/>
          </a:prstGeom>
        </p:spPr>
      </p:pic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08E5CE91-1959-4788-AB9A-D8057DFED45B}"/>
              </a:ext>
            </a:extLst>
          </p:cNvPr>
          <p:cNvSpPr>
            <a:spLocks noGrp="1"/>
          </p:cNvSpPr>
          <p:nvPr/>
        </p:nvSpPr>
        <p:spPr>
          <a:xfrm>
            <a:off x="666750" y="1227121"/>
            <a:ext cx="476250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2 Blu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D3C2-28CA-034B-84E3-B20D631ADB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0" y="2076449"/>
            <a:ext cx="10533275" cy="2071983"/>
          </a:xfrm>
        </p:spPr>
        <p:txBody>
          <a:bodyPr anchor="b"/>
          <a:lstStyle>
            <a:lvl1pPr algn="l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r>
              <a:t>Click to add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129FD-65BB-3C46-A192-5B4CE0EF1A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4573882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add subtext</a:t>
            </a:r>
          </a:p>
        </p:txBody>
      </p:sp>
      <p:pic>
        <p:nvPicPr>
          <p:cNvPr id="21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518" y="652689"/>
            <a:ext cx="2030128" cy="290018"/>
          </a:xfrm>
          <a:prstGeom prst="rect">
            <a:avLst/>
          </a:prstGeom>
        </p:spPr>
      </p:pic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0D91825E-8EE7-426B-B8E3-5E2AD7C7D245}"/>
              </a:ext>
            </a:extLst>
          </p:cNvPr>
          <p:cNvSpPr>
            <a:spLocks noGrp="1"/>
          </p:cNvSpPr>
          <p:nvPr/>
        </p:nvSpPr>
        <p:spPr>
          <a:xfrm>
            <a:off x="666750" y="4333875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2 Grey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B129FD-65BB-3C46-A192-5B4CE0EF1A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4573882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add subtext</a:t>
            </a:r>
          </a:p>
        </p:txBody>
      </p:sp>
      <p:pic>
        <p:nvPicPr>
          <p:cNvPr id="20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518" y="652689"/>
            <a:ext cx="2030128" cy="290018"/>
          </a:xfrm>
          <a:prstGeom prst="rect">
            <a:avLst/>
          </a:prstGeom>
        </p:spPr>
      </p:pic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4251790F-8432-4AAD-BEA3-0ACBE34B6517}"/>
              </a:ext>
            </a:extLst>
          </p:cNvPr>
          <p:cNvSpPr>
            <a:spLocks noGrp="1"/>
          </p:cNvSpPr>
          <p:nvPr/>
        </p:nvSpPr>
        <p:spPr>
          <a:xfrm>
            <a:off x="666750" y="4333875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787DFAF-873C-E749-975D-0F54A1DD7A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0" y="2076449"/>
            <a:ext cx="10533275" cy="2071983"/>
          </a:xfrm>
        </p:spPr>
        <p:txBody>
          <a:bodyPr anchor="b"/>
          <a:lstStyle>
            <a:lvl1pPr algn="l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r>
              <a:t>Click to add presentation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616A542-795E-044F-9C8C-130D310B5A01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 flipH="1">
            <a:off x="8301805" y="3853403"/>
            <a:ext cx="3239830" cy="3004598"/>
          </a:xfrm>
          <a:custGeom>
            <a:avLst/>
            <a:gdLst>
              <a:gd name="connsiteX0" fmla="*/ 0 w 3192104"/>
              <a:gd name="connsiteY0" fmla="*/ 3239729 h 3239729"/>
              <a:gd name="connsiteX1" fmla="*/ 0 w 3192104"/>
              <a:gd name="connsiteY1" fmla="*/ 0 h 3239729"/>
              <a:gd name="connsiteX2" fmla="*/ 3192104 w 3192104"/>
              <a:gd name="connsiteY2" fmla="*/ 3239729 h 3239729"/>
              <a:gd name="connsiteX3" fmla="*/ 0 w 3192104"/>
              <a:gd name="connsiteY3" fmla="*/ 3239729 h 3239729"/>
              <a:gd name="connsiteX0" fmla="*/ 0 w 3192104"/>
              <a:gd name="connsiteY0" fmla="*/ 3035078 h 3035078"/>
              <a:gd name="connsiteX1" fmla="*/ 209006 w 3192104"/>
              <a:gd name="connsiteY1" fmla="*/ 0 h 3035078"/>
              <a:gd name="connsiteX2" fmla="*/ 3192104 w 3192104"/>
              <a:gd name="connsiteY2" fmla="*/ 3035078 h 3035078"/>
              <a:gd name="connsiteX3" fmla="*/ 0 w 3192104"/>
              <a:gd name="connsiteY3" fmla="*/ 3035078 h 3035078"/>
              <a:gd name="connsiteX0" fmla="*/ 0 w 3192104"/>
              <a:gd name="connsiteY0" fmla="*/ 3035078 h 3035078"/>
              <a:gd name="connsiteX1" fmla="*/ 209006 w 3192104"/>
              <a:gd name="connsiteY1" fmla="*/ 0 h 3035078"/>
              <a:gd name="connsiteX2" fmla="*/ 3192104 w 3192104"/>
              <a:gd name="connsiteY2" fmla="*/ 3035078 h 3035078"/>
              <a:gd name="connsiteX3" fmla="*/ 0 w 3192104"/>
              <a:gd name="connsiteY3" fmla="*/ 3035078 h 3035078"/>
              <a:gd name="connsiteX0" fmla="*/ 49066 w 3241170"/>
              <a:gd name="connsiteY0" fmla="*/ 3035078 h 3035078"/>
              <a:gd name="connsiteX1" fmla="*/ 258072 w 3241170"/>
              <a:gd name="connsiteY1" fmla="*/ 0 h 3035078"/>
              <a:gd name="connsiteX2" fmla="*/ 3241170 w 3241170"/>
              <a:gd name="connsiteY2" fmla="*/ 3035078 h 3035078"/>
              <a:gd name="connsiteX3" fmla="*/ 49066 w 3241170"/>
              <a:gd name="connsiteY3" fmla="*/ 3035078 h 3035078"/>
              <a:gd name="connsiteX0" fmla="*/ 47726 w 3239830"/>
              <a:gd name="connsiteY0" fmla="*/ 3004598 h 3004598"/>
              <a:gd name="connsiteX1" fmla="*/ 261086 w 3239830"/>
              <a:gd name="connsiteY1" fmla="*/ 0 h 3004598"/>
              <a:gd name="connsiteX2" fmla="*/ 3239830 w 3239830"/>
              <a:gd name="connsiteY2" fmla="*/ 3004598 h 3004598"/>
              <a:gd name="connsiteX3" fmla="*/ 47726 w 3239830"/>
              <a:gd name="connsiteY3" fmla="*/ 3004598 h 3004598"/>
            </a:gdLst>
            <a:ahLst/>
            <a:cxnLst/>
            <a:rect l="l" t="t" r="r" b="b"/>
            <a:pathLst>
              <a:path w="3239830" h="3004598">
                <a:moveTo>
                  <a:pt x="47726" y="3004598"/>
                </a:moveTo>
                <a:cubicBezTo>
                  <a:pt x="-26297" y="2445751"/>
                  <a:pt x="-52423" y="1207636"/>
                  <a:pt x="261086" y="0"/>
                </a:cubicBezTo>
                <a:lnTo>
                  <a:pt x="3239830" y="3004598"/>
                </a:lnTo>
                <a:lnTo>
                  <a:pt x="47726" y="3004598"/>
                </a:lnTo>
                <a:close/>
              </a:path>
            </a:pathLst>
          </a:custGeom>
        </p:spPr>
        <p:txBody>
          <a:bodyPr anchor="ctr">
            <a:norm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t>Optional</a:t>
            </a:r>
          </a:p>
          <a:p>
            <a:r>
              <a:t>Image Placeholder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3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D3C2-28CA-034B-84E3-B20D631ADB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0" y="1434164"/>
            <a:ext cx="6491567" cy="1985255"/>
          </a:xfrm>
        </p:spPr>
        <p:txBody>
          <a:bodyPr anchor="b"/>
          <a:lstStyle>
            <a:lvl1pPr algn="l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r>
              <a:t>Click to add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129FD-65BB-3C46-A192-5B4CE0EF1A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3873444"/>
            <a:ext cx="5940863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add subtext</a:t>
            </a:r>
          </a:p>
        </p:txBody>
      </p:sp>
      <p:pic>
        <p:nvPicPr>
          <p:cNvPr id="26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518" y="5917708"/>
            <a:ext cx="2030128" cy="290018"/>
          </a:xfrm>
          <a:prstGeom prst="rect">
            <a:avLst/>
          </a:prstGeom>
        </p:spPr>
      </p:pic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A152D93F-A9B9-48F0-8FC9-08BEBFC808A9}"/>
              </a:ext>
            </a:extLst>
          </p:cNvPr>
          <p:cNvSpPr>
            <a:spLocks noGrp="1"/>
          </p:cNvSpPr>
          <p:nvPr/>
        </p:nvSpPr>
        <p:spPr>
          <a:xfrm>
            <a:off x="666750" y="3633437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8" name="Graphic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2442" y="544749"/>
            <a:ext cx="275478" cy="165286"/>
          </a:xfrm>
          <a:prstGeom prst="rect">
            <a:avLst/>
          </a:prstGeom>
        </p:spPr>
      </p:pic>
      <p:pic>
        <p:nvPicPr>
          <p:cNvPr id="29" name="Graphic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5299" y="524935"/>
            <a:ext cx="220382" cy="202017"/>
          </a:xfrm>
          <a:prstGeom prst="rect">
            <a:avLst/>
          </a:prstGeom>
        </p:spPr>
      </p:pic>
      <p:pic>
        <p:nvPicPr>
          <p:cNvPr id="30" name="Graphic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59863" y="488835"/>
            <a:ext cx="189773" cy="220382"/>
          </a:xfrm>
          <a:prstGeom prst="rect">
            <a:avLst/>
          </a:prstGeom>
        </p:spPr>
      </p:pic>
      <p:pic>
        <p:nvPicPr>
          <p:cNvPr id="31" name="Graphic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88428" y="491690"/>
            <a:ext cx="238747" cy="232625"/>
          </a:xfrm>
          <a:prstGeom prst="rect">
            <a:avLst/>
          </a:prstGeom>
        </p:spPr>
      </p:pic>
      <p:pic>
        <p:nvPicPr>
          <p:cNvPr id="32" name="Graphic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56356" y="512174"/>
            <a:ext cx="238747" cy="2081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5FD4-BFC8-2645-80C5-257E7C349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482725"/>
            <a:ext cx="4857751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334BC-9620-1342-AFAF-71B69675765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81725" y="1482725"/>
            <a:ext cx="52578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98872BA3-7806-A643-9FE8-1CB1CD1A7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 anchor="ctr">
            <a:normAutofit/>
          </a:bodyPr>
          <a:lstStyle>
            <a:lvl1pPr>
              <a:buNone/>
              <a:defRPr sz="3600" b="1"/>
            </a:lvl1pPr>
          </a:lstStyle>
          <a:p>
            <a:r>
              <a:t>Click to edit Master title style</a:t>
            </a:r>
          </a:p>
        </p:txBody>
      </p:sp>
      <p:pic>
        <p:nvPicPr>
          <p:cNvPr id="28" name="Graphic 2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279915"/>
            <a:ext cx="400385" cy="864831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7B8F143-7118-4D4F-8348-D631A3E33F4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buNone/>
              <a:defRPr sz="1600">
                <a:solidFill>
                  <a:srgbClr val="333333"/>
                </a:solidFill>
              </a:defRPr>
            </a:lvl1pPr>
          </a:lstStyle>
          <a:p>
            <a:fld id="{2FA352AA-8A82-6049-B18F-07539F444994}" type="slidenum">
              <a:t>‹#›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ED0AE0-CE70-5443-B2C3-4F227BB64963}"/>
              </a:ext>
            </a:extLst>
          </p:cNvPr>
          <p:cNvSpPr>
            <a:spLocks noGrp="1"/>
          </p:cNvSpPr>
          <p:nvPr/>
        </p:nvSpPr>
        <p:spPr>
          <a:xfrm>
            <a:off x="619125" y="6457950"/>
            <a:ext cx="2727029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>
                <a:solidFill>
                  <a:schemeClr val="accent3"/>
                </a:solidFill>
              </a:rPr>
              <a:t>© Presidio, Inc. All rights reserved. Proprietary and Confidential. 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DADC9369-1D72-4548-B662-F0202EE2911F}"/>
              </a:ext>
            </a:extLst>
          </p:cNvPr>
          <p:cNvSpPr>
            <a:spLocks noGrp="1"/>
          </p:cNvSpPr>
          <p:nvPr/>
        </p:nv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pic>
        <p:nvPicPr>
          <p:cNvPr id="32" name="Graphic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34888" y="6391274"/>
            <a:ext cx="1333508" cy="1905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1B7A7B62-E4FA-0C40-A066-4DBE6DB2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 anchor="ctr">
            <a:normAutofit/>
          </a:bodyPr>
          <a:lstStyle>
            <a:lvl1pPr>
              <a:buNone/>
              <a:defRPr sz="3600" b="1"/>
            </a:lvl1pPr>
          </a:lstStyle>
          <a:p>
            <a:r>
              <a:t>Click to edit Master title style</a:t>
            </a:r>
          </a:p>
        </p:txBody>
      </p:sp>
      <p:pic>
        <p:nvPicPr>
          <p:cNvPr id="21" name="Graphic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279915"/>
            <a:ext cx="400385" cy="864831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21C3A0F-DE76-1B4F-94C1-1DE85E464E5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buNone/>
              <a:defRPr sz="1600">
                <a:solidFill>
                  <a:srgbClr val="333333"/>
                </a:solidFill>
              </a:defRPr>
            </a:lvl1pPr>
          </a:lstStyle>
          <a:p>
            <a:fld id="{2FA352AA-8A82-6049-B18F-07539F444994}" type="slidenum">
              <a:t>‹#›</a:t>
            </a:fld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C21650-0D40-9844-94AA-AAF6B8123D81}"/>
              </a:ext>
            </a:extLst>
          </p:cNvPr>
          <p:cNvSpPr>
            <a:spLocks noGrp="1"/>
          </p:cNvSpPr>
          <p:nvPr/>
        </p:nvSpPr>
        <p:spPr>
          <a:xfrm>
            <a:off x="619125" y="6457950"/>
            <a:ext cx="2727029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>
                <a:solidFill>
                  <a:schemeClr val="accent3"/>
                </a:solidFill>
              </a:rPr>
              <a:t>© Presidio, Inc. All rights reserved. Proprietary and Confidential. 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A50C94C5-C6B5-4E3C-BA7C-F1A5E6E9CC48}"/>
              </a:ext>
            </a:extLst>
          </p:cNvPr>
          <p:cNvSpPr>
            <a:spLocks noGrp="1"/>
          </p:cNvSpPr>
          <p:nvPr/>
        </p:nv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5" name="Graphic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34888" y="6391274"/>
            <a:ext cx="1333508" cy="1905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A2293-94DB-4C41-BC14-9D00ABE46DB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buNone/>
              <a:defRPr sz="1600">
                <a:solidFill>
                  <a:srgbClr val="333333"/>
                </a:solidFill>
              </a:defRPr>
            </a:lvl1pPr>
          </a:lstStyle>
          <a:p>
            <a:fld id="{2FA352AA-8A82-6049-B18F-07539F444994}" type="slidenum">
              <a:t>‹#›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5A33D0-E3C4-1249-A9A8-CE90075382D9}"/>
              </a:ext>
            </a:extLst>
          </p:cNvPr>
          <p:cNvSpPr>
            <a:spLocks noGrp="1"/>
          </p:cNvSpPr>
          <p:nvPr/>
        </p:nvSpPr>
        <p:spPr>
          <a:xfrm>
            <a:off x="619125" y="6457950"/>
            <a:ext cx="2727029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>
                <a:solidFill>
                  <a:schemeClr val="accent3"/>
                </a:solidFill>
              </a:rPr>
              <a:t>© Presidio, Inc. All rights reserved. Proprietary and Confidential. 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E416A18A-C908-4A3C-8E5C-26A55ABC2919}"/>
              </a:ext>
            </a:extLst>
          </p:cNvPr>
          <p:cNvSpPr>
            <a:spLocks noGrp="1"/>
          </p:cNvSpPr>
          <p:nvPr/>
        </p:nv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13" name="Graphic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34888" y="6391274"/>
            <a:ext cx="1333508" cy="1905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1B7A7B62-E4FA-0C40-A066-4DBE6DB2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719" y="2212262"/>
            <a:ext cx="5913669" cy="2495550"/>
          </a:xfrm>
        </p:spPr>
        <p:txBody>
          <a:bodyPr anchor="ctr">
            <a:normAutofit/>
          </a:bodyPr>
          <a:lstStyle>
            <a:lvl1pPr algn="l">
              <a:buNone/>
              <a:defRPr sz="4800" b="1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77521F-CA41-3349-A979-B92FC9D11EFA}"/>
              </a:ext>
            </a:extLst>
          </p:cNvPr>
          <p:cNvSpPr>
            <a:spLocks noGrp="1"/>
          </p:cNvSpPr>
          <p:nvPr/>
        </p:nvSpPr>
        <p:spPr>
          <a:xfrm>
            <a:off x="897640" y="1662436"/>
            <a:ext cx="561975" cy="66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F7111F-64BB-2942-918D-AA61750291FC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8465905" y="2373817"/>
            <a:ext cx="2117974" cy="211599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t>Optional</a:t>
            </a:r>
          </a:p>
          <a:p>
            <a:r>
              <a:t>Image Placeholder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Slide">
    <p:bg>
      <p:bgPr>
        <a:blipFill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3BDA60-7599-314C-A4A1-E40BDBCBCCB4}"/>
              </a:ext>
            </a:extLst>
          </p:cNvPr>
          <p:cNvSpPr>
            <a:spLocks noGrp="1"/>
          </p:cNvSpPr>
          <p:nvPr/>
        </p:nvSpPr>
        <p:spPr>
          <a:xfrm>
            <a:off x="896938" y="1662113"/>
            <a:ext cx="561975" cy="66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A656675-9CC5-4149-B623-C46912594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720" y="2212262"/>
            <a:ext cx="5783040" cy="2495550"/>
          </a:xfrm>
        </p:spPr>
        <p:txBody>
          <a:bodyPr>
            <a:normAutofit/>
          </a:bodyPr>
          <a:lstStyle>
            <a:lvl1pPr algn="l">
              <a:buNone/>
              <a:defRPr sz="4800" b="1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7484FD-1E1E-4E23-BA18-DA98A6942E1E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8465905" y="2373817"/>
            <a:ext cx="2117974" cy="211599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CCB05-224A-0346-975F-00A282C7F4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685925"/>
            <a:ext cx="6092825" cy="1990725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add Chapter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4DF266-627C-9640-953A-219268AFE48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98525" y="3922714"/>
            <a:ext cx="6083300" cy="7921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subtext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EB0C6824-527B-47E7-B9BE-C4E4F0BDDF21}"/>
              </a:ext>
            </a:extLst>
          </p:cNvPr>
          <p:cNvSpPr>
            <a:spLocks noGrp="1"/>
          </p:cNvSpPr>
          <p:nvPr/>
        </p:nvSpPr>
        <p:spPr>
          <a:xfrm>
            <a:off x="1009650" y="3790950"/>
            <a:ext cx="390525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594EE29-B8BC-B04B-A1C3-A7F618959D73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017035" y="-9834"/>
            <a:ext cx="5988152" cy="6907163"/>
          </a:xfrm>
          <a:custGeom>
            <a:avLst/>
            <a:gdLst>
              <a:gd name="connsiteX0" fmla="*/ 0 w 6656746"/>
              <a:gd name="connsiteY0" fmla="*/ 0 h 6858000"/>
              <a:gd name="connsiteX1" fmla="*/ 3248159 w 6656746"/>
              <a:gd name="connsiteY1" fmla="*/ 0 h 6858000"/>
              <a:gd name="connsiteX2" fmla="*/ 6656746 w 6656746"/>
              <a:gd name="connsiteY2" fmla="*/ 3429000 h 6858000"/>
              <a:gd name="connsiteX3" fmla="*/ 3248159 w 6656746"/>
              <a:gd name="connsiteY3" fmla="*/ 6858000 h 6858000"/>
              <a:gd name="connsiteX4" fmla="*/ 0 w 6656746"/>
              <a:gd name="connsiteY4" fmla="*/ 6858000 h 6858000"/>
              <a:gd name="connsiteX5" fmla="*/ 3408587 w 6656746"/>
              <a:gd name="connsiteY5" fmla="*/ 3429000 h 6858000"/>
              <a:gd name="connsiteX6" fmla="*/ 0 w 6656746"/>
              <a:gd name="connsiteY6" fmla="*/ 0 h 6858000"/>
              <a:gd name="connsiteX0" fmla="*/ 0 w 6656746"/>
              <a:gd name="connsiteY0" fmla="*/ 0 h 6858000"/>
              <a:gd name="connsiteX1" fmla="*/ 3248159 w 6656746"/>
              <a:gd name="connsiteY1" fmla="*/ 0 h 6858000"/>
              <a:gd name="connsiteX2" fmla="*/ 6656746 w 6656746"/>
              <a:gd name="connsiteY2" fmla="*/ 3429000 h 6858000"/>
              <a:gd name="connsiteX3" fmla="*/ 5103249 w 6656746"/>
              <a:gd name="connsiteY3" fmla="*/ 4975123 h 6858000"/>
              <a:gd name="connsiteX4" fmla="*/ 3248159 w 6656746"/>
              <a:gd name="connsiteY4" fmla="*/ 6858000 h 6858000"/>
              <a:gd name="connsiteX5" fmla="*/ 0 w 6656746"/>
              <a:gd name="connsiteY5" fmla="*/ 6858000 h 6858000"/>
              <a:gd name="connsiteX6" fmla="*/ 3408587 w 6656746"/>
              <a:gd name="connsiteY6" fmla="*/ 3429000 h 6858000"/>
              <a:gd name="connsiteX7" fmla="*/ 0 w 6656746"/>
              <a:gd name="connsiteY7" fmla="*/ 0 h 6858000"/>
              <a:gd name="connsiteX0" fmla="*/ 0 w 6656746"/>
              <a:gd name="connsiteY0" fmla="*/ 0 h 6858000"/>
              <a:gd name="connsiteX1" fmla="*/ 3248159 w 6656746"/>
              <a:gd name="connsiteY1" fmla="*/ 0 h 6858000"/>
              <a:gd name="connsiteX2" fmla="*/ 5299894 w 6656746"/>
              <a:gd name="connsiteY2" fmla="*/ 2084439 h 6858000"/>
              <a:gd name="connsiteX3" fmla="*/ 6656746 w 6656746"/>
              <a:gd name="connsiteY3" fmla="*/ 3429000 h 6858000"/>
              <a:gd name="connsiteX4" fmla="*/ 5103249 w 6656746"/>
              <a:gd name="connsiteY4" fmla="*/ 4975123 h 6858000"/>
              <a:gd name="connsiteX5" fmla="*/ 3248159 w 6656746"/>
              <a:gd name="connsiteY5" fmla="*/ 6858000 h 6858000"/>
              <a:gd name="connsiteX6" fmla="*/ 0 w 6656746"/>
              <a:gd name="connsiteY6" fmla="*/ 6858000 h 6858000"/>
              <a:gd name="connsiteX7" fmla="*/ 3408587 w 6656746"/>
              <a:gd name="connsiteY7" fmla="*/ 3429000 h 6858000"/>
              <a:gd name="connsiteX8" fmla="*/ 0 w 6656746"/>
              <a:gd name="connsiteY8" fmla="*/ 0 h 6858000"/>
              <a:gd name="connsiteX0" fmla="*/ 0 w 5299894"/>
              <a:gd name="connsiteY0" fmla="*/ 0 h 6858000"/>
              <a:gd name="connsiteX1" fmla="*/ 3248159 w 5299894"/>
              <a:gd name="connsiteY1" fmla="*/ 0 h 6858000"/>
              <a:gd name="connsiteX2" fmla="*/ 5299894 w 5299894"/>
              <a:gd name="connsiteY2" fmla="*/ 2084439 h 6858000"/>
              <a:gd name="connsiteX3" fmla="*/ 5103249 w 5299894"/>
              <a:gd name="connsiteY3" fmla="*/ 4975123 h 6858000"/>
              <a:gd name="connsiteX4" fmla="*/ 3248159 w 5299894"/>
              <a:gd name="connsiteY4" fmla="*/ 6858000 h 6858000"/>
              <a:gd name="connsiteX5" fmla="*/ 0 w 5299894"/>
              <a:gd name="connsiteY5" fmla="*/ 6858000 h 6858000"/>
              <a:gd name="connsiteX6" fmla="*/ 3408587 w 5299894"/>
              <a:gd name="connsiteY6" fmla="*/ 3429000 h 6858000"/>
              <a:gd name="connsiteX7" fmla="*/ 0 w 5299894"/>
              <a:gd name="connsiteY7" fmla="*/ 0 h 6858000"/>
              <a:gd name="connsiteX0" fmla="*/ 0 w 5880987"/>
              <a:gd name="connsiteY0" fmla="*/ 0 h 6858000"/>
              <a:gd name="connsiteX1" fmla="*/ 3248159 w 5880987"/>
              <a:gd name="connsiteY1" fmla="*/ 0 h 6858000"/>
              <a:gd name="connsiteX2" fmla="*/ 5299894 w 5880987"/>
              <a:gd name="connsiteY2" fmla="*/ 2084439 h 6858000"/>
              <a:gd name="connsiteX3" fmla="*/ 5879997 w 5880987"/>
              <a:gd name="connsiteY3" fmla="*/ 3451123 h 6858000"/>
              <a:gd name="connsiteX4" fmla="*/ 5103249 w 5880987"/>
              <a:gd name="connsiteY4" fmla="*/ 4975123 h 6858000"/>
              <a:gd name="connsiteX5" fmla="*/ 3248159 w 5880987"/>
              <a:gd name="connsiteY5" fmla="*/ 6858000 h 6858000"/>
              <a:gd name="connsiteX6" fmla="*/ 0 w 5880987"/>
              <a:gd name="connsiteY6" fmla="*/ 6858000 h 6858000"/>
              <a:gd name="connsiteX7" fmla="*/ 3408587 w 5880987"/>
              <a:gd name="connsiteY7" fmla="*/ 3429000 h 6858000"/>
              <a:gd name="connsiteX8" fmla="*/ 0 w 588098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198998 w 5879997"/>
              <a:gd name="connsiteY1" fmla="*/ 29497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60 w 5879997"/>
              <a:gd name="connsiteY1" fmla="*/ 39329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18663 w 5879997"/>
              <a:gd name="connsiteY1" fmla="*/ 19664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29497 w 5909494"/>
              <a:gd name="connsiteY0" fmla="*/ 0 h 6867833"/>
              <a:gd name="connsiteX1" fmla="*/ 3248160 w 5909494"/>
              <a:gd name="connsiteY1" fmla="*/ 19664 h 6867833"/>
              <a:gd name="connsiteX2" fmla="*/ 5329391 w 5909494"/>
              <a:gd name="connsiteY2" fmla="*/ 2084439 h 6867833"/>
              <a:gd name="connsiteX3" fmla="*/ 5909494 w 5909494"/>
              <a:gd name="connsiteY3" fmla="*/ 3451123 h 6867833"/>
              <a:gd name="connsiteX4" fmla="*/ 5132746 w 5909494"/>
              <a:gd name="connsiteY4" fmla="*/ 4975123 h 6867833"/>
              <a:gd name="connsiteX5" fmla="*/ 3277656 w 5909494"/>
              <a:gd name="connsiteY5" fmla="*/ 6858000 h 6867833"/>
              <a:gd name="connsiteX6" fmla="*/ 0 w 5909494"/>
              <a:gd name="connsiteY6" fmla="*/ 6867833 h 6867833"/>
              <a:gd name="connsiteX7" fmla="*/ 3438084 w 5909494"/>
              <a:gd name="connsiteY7" fmla="*/ 3429000 h 6867833"/>
              <a:gd name="connsiteX8" fmla="*/ 29497 w 5909494"/>
              <a:gd name="connsiteY8" fmla="*/ 0 h 6867833"/>
              <a:gd name="connsiteX0" fmla="*/ 19665 w 5909494"/>
              <a:gd name="connsiteY0" fmla="*/ 0 h 6867833"/>
              <a:gd name="connsiteX1" fmla="*/ 3248160 w 5909494"/>
              <a:gd name="connsiteY1" fmla="*/ 19664 h 6867833"/>
              <a:gd name="connsiteX2" fmla="*/ 5329391 w 5909494"/>
              <a:gd name="connsiteY2" fmla="*/ 2084439 h 6867833"/>
              <a:gd name="connsiteX3" fmla="*/ 5909494 w 5909494"/>
              <a:gd name="connsiteY3" fmla="*/ 3451123 h 6867833"/>
              <a:gd name="connsiteX4" fmla="*/ 5132746 w 5909494"/>
              <a:gd name="connsiteY4" fmla="*/ 4975123 h 6867833"/>
              <a:gd name="connsiteX5" fmla="*/ 3277656 w 5909494"/>
              <a:gd name="connsiteY5" fmla="*/ 6858000 h 6867833"/>
              <a:gd name="connsiteX6" fmla="*/ 0 w 5909494"/>
              <a:gd name="connsiteY6" fmla="*/ 6867833 h 6867833"/>
              <a:gd name="connsiteX7" fmla="*/ 3438084 w 5909494"/>
              <a:gd name="connsiteY7" fmla="*/ 3429000 h 6867833"/>
              <a:gd name="connsiteX8" fmla="*/ 19665 w 5909494"/>
              <a:gd name="connsiteY8" fmla="*/ 0 h 6867833"/>
              <a:gd name="connsiteX0" fmla="*/ 19665 w 5909494"/>
              <a:gd name="connsiteY0" fmla="*/ 1 h 6867834"/>
              <a:gd name="connsiteX1" fmla="*/ 3228496 w 5909494"/>
              <a:gd name="connsiteY1" fmla="*/ 0 h 6867834"/>
              <a:gd name="connsiteX2" fmla="*/ 5329391 w 5909494"/>
              <a:gd name="connsiteY2" fmla="*/ 2084440 h 6867834"/>
              <a:gd name="connsiteX3" fmla="*/ 5909494 w 5909494"/>
              <a:gd name="connsiteY3" fmla="*/ 3451124 h 6867834"/>
              <a:gd name="connsiteX4" fmla="*/ 5132746 w 5909494"/>
              <a:gd name="connsiteY4" fmla="*/ 4975124 h 6867834"/>
              <a:gd name="connsiteX5" fmla="*/ 3277656 w 5909494"/>
              <a:gd name="connsiteY5" fmla="*/ 6858001 h 6867834"/>
              <a:gd name="connsiteX6" fmla="*/ 0 w 5909494"/>
              <a:gd name="connsiteY6" fmla="*/ 6867834 h 6867834"/>
              <a:gd name="connsiteX7" fmla="*/ 3438084 w 5909494"/>
              <a:gd name="connsiteY7" fmla="*/ 3429001 h 6867834"/>
              <a:gd name="connsiteX8" fmla="*/ 19665 w 5909494"/>
              <a:gd name="connsiteY8" fmla="*/ 1 h 6867834"/>
              <a:gd name="connsiteX0" fmla="*/ 68826 w 5958655"/>
              <a:gd name="connsiteY0" fmla="*/ 1 h 6887499"/>
              <a:gd name="connsiteX1" fmla="*/ 3277657 w 5958655"/>
              <a:gd name="connsiteY1" fmla="*/ 0 h 6887499"/>
              <a:gd name="connsiteX2" fmla="*/ 5378552 w 5958655"/>
              <a:gd name="connsiteY2" fmla="*/ 2084440 h 6887499"/>
              <a:gd name="connsiteX3" fmla="*/ 5958655 w 5958655"/>
              <a:gd name="connsiteY3" fmla="*/ 3451124 h 6887499"/>
              <a:gd name="connsiteX4" fmla="*/ 5181907 w 5958655"/>
              <a:gd name="connsiteY4" fmla="*/ 4975124 h 6887499"/>
              <a:gd name="connsiteX5" fmla="*/ 3326817 w 5958655"/>
              <a:gd name="connsiteY5" fmla="*/ 6858001 h 6887499"/>
              <a:gd name="connsiteX6" fmla="*/ 0 w 5958655"/>
              <a:gd name="connsiteY6" fmla="*/ 6887499 h 6887499"/>
              <a:gd name="connsiteX7" fmla="*/ 3487245 w 5958655"/>
              <a:gd name="connsiteY7" fmla="*/ 3429001 h 6887499"/>
              <a:gd name="connsiteX8" fmla="*/ 68826 w 5958655"/>
              <a:gd name="connsiteY8" fmla="*/ 1 h 6887499"/>
              <a:gd name="connsiteX0" fmla="*/ 68826 w 5958655"/>
              <a:gd name="connsiteY0" fmla="*/ 1 h 6887499"/>
              <a:gd name="connsiteX1" fmla="*/ 3277657 w 5958655"/>
              <a:gd name="connsiteY1" fmla="*/ 0 h 6887499"/>
              <a:gd name="connsiteX2" fmla="*/ 5378552 w 5958655"/>
              <a:gd name="connsiteY2" fmla="*/ 2084440 h 6887499"/>
              <a:gd name="connsiteX3" fmla="*/ 5958655 w 5958655"/>
              <a:gd name="connsiteY3" fmla="*/ 3451124 h 6887499"/>
              <a:gd name="connsiteX4" fmla="*/ 5181907 w 5958655"/>
              <a:gd name="connsiteY4" fmla="*/ 4975124 h 6887499"/>
              <a:gd name="connsiteX5" fmla="*/ 3326817 w 5958655"/>
              <a:gd name="connsiteY5" fmla="*/ 6858001 h 6887499"/>
              <a:gd name="connsiteX6" fmla="*/ 0 w 5958655"/>
              <a:gd name="connsiteY6" fmla="*/ 6887499 h 6887499"/>
              <a:gd name="connsiteX7" fmla="*/ 3477413 w 5958655"/>
              <a:gd name="connsiteY7" fmla="*/ 3438834 h 6887499"/>
              <a:gd name="connsiteX8" fmla="*/ 68826 w 5958655"/>
              <a:gd name="connsiteY8" fmla="*/ 1 h 6887499"/>
              <a:gd name="connsiteX0" fmla="*/ 68826 w 5958655"/>
              <a:gd name="connsiteY0" fmla="*/ 1 h 6887499"/>
              <a:gd name="connsiteX1" fmla="*/ 3277657 w 5958655"/>
              <a:gd name="connsiteY1" fmla="*/ 0 h 6887499"/>
              <a:gd name="connsiteX2" fmla="*/ 5378552 w 5958655"/>
              <a:gd name="connsiteY2" fmla="*/ 2084440 h 6887499"/>
              <a:gd name="connsiteX3" fmla="*/ 5958655 w 5958655"/>
              <a:gd name="connsiteY3" fmla="*/ 3451124 h 6887499"/>
              <a:gd name="connsiteX4" fmla="*/ 5181907 w 5958655"/>
              <a:gd name="connsiteY4" fmla="*/ 4975124 h 6887499"/>
              <a:gd name="connsiteX5" fmla="*/ 3307153 w 5958655"/>
              <a:gd name="connsiteY5" fmla="*/ 6887498 h 6887499"/>
              <a:gd name="connsiteX6" fmla="*/ 0 w 5958655"/>
              <a:gd name="connsiteY6" fmla="*/ 6887499 h 6887499"/>
              <a:gd name="connsiteX7" fmla="*/ 3477413 w 5958655"/>
              <a:gd name="connsiteY7" fmla="*/ 3438834 h 6887499"/>
              <a:gd name="connsiteX8" fmla="*/ 68826 w 5958655"/>
              <a:gd name="connsiteY8" fmla="*/ 1 h 6887499"/>
              <a:gd name="connsiteX0" fmla="*/ 68826 w 5988152"/>
              <a:gd name="connsiteY0" fmla="*/ 1 h 6887499"/>
              <a:gd name="connsiteX1" fmla="*/ 3277657 w 5988152"/>
              <a:gd name="connsiteY1" fmla="*/ 0 h 6887499"/>
              <a:gd name="connsiteX2" fmla="*/ 5378552 w 5988152"/>
              <a:gd name="connsiteY2" fmla="*/ 2084440 h 6887499"/>
              <a:gd name="connsiteX3" fmla="*/ 5988152 w 5988152"/>
              <a:gd name="connsiteY3" fmla="*/ 3451124 h 6887499"/>
              <a:gd name="connsiteX4" fmla="*/ 5181907 w 5988152"/>
              <a:gd name="connsiteY4" fmla="*/ 4975124 h 6887499"/>
              <a:gd name="connsiteX5" fmla="*/ 3307153 w 5988152"/>
              <a:gd name="connsiteY5" fmla="*/ 6887498 h 6887499"/>
              <a:gd name="connsiteX6" fmla="*/ 0 w 5988152"/>
              <a:gd name="connsiteY6" fmla="*/ 6887499 h 6887499"/>
              <a:gd name="connsiteX7" fmla="*/ 3477413 w 5988152"/>
              <a:gd name="connsiteY7" fmla="*/ 3438834 h 6887499"/>
              <a:gd name="connsiteX8" fmla="*/ 68826 w 5988152"/>
              <a:gd name="connsiteY8" fmla="*/ 1 h 6887499"/>
              <a:gd name="connsiteX0" fmla="*/ 68826 w 5988152"/>
              <a:gd name="connsiteY0" fmla="*/ 1 h 6887499"/>
              <a:gd name="connsiteX1" fmla="*/ 3277657 w 5988152"/>
              <a:gd name="connsiteY1" fmla="*/ 0 h 6887499"/>
              <a:gd name="connsiteX2" fmla="*/ 5378552 w 5988152"/>
              <a:gd name="connsiteY2" fmla="*/ 2084440 h 6887499"/>
              <a:gd name="connsiteX3" fmla="*/ 5988152 w 5988152"/>
              <a:gd name="connsiteY3" fmla="*/ 3451124 h 6887499"/>
              <a:gd name="connsiteX4" fmla="*/ 5181907 w 5988152"/>
              <a:gd name="connsiteY4" fmla="*/ 4975124 h 6887499"/>
              <a:gd name="connsiteX5" fmla="*/ 3307153 w 5988152"/>
              <a:gd name="connsiteY5" fmla="*/ 6887498 h 6887499"/>
              <a:gd name="connsiteX6" fmla="*/ 0 w 5988152"/>
              <a:gd name="connsiteY6" fmla="*/ 6887499 h 6887499"/>
              <a:gd name="connsiteX7" fmla="*/ 3457748 w 5988152"/>
              <a:gd name="connsiteY7" fmla="*/ 3429002 h 6887499"/>
              <a:gd name="connsiteX8" fmla="*/ 68826 w 5988152"/>
              <a:gd name="connsiteY8" fmla="*/ 1 h 6887499"/>
              <a:gd name="connsiteX0" fmla="*/ 68826 w 5988152"/>
              <a:gd name="connsiteY0" fmla="*/ 1 h 6897330"/>
              <a:gd name="connsiteX1" fmla="*/ 3277657 w 5988152"/>
              <a:gd name="connsiteY1" fmla="*/ 0 h 6897330"/>
              <a:gd name="connsiteX2" fmla="*/ 5378552 w 5988152"/>
              <a:gd name="connsiteY2" fmla="*/ 2084440 h 6897330"/>
              <a:gd name="connsiteX3" fmla="*/ 5988152 w 5988152"/>
              <a:gd name="connsiteY3" fmla="*/ 3451124 h 6897330"/>
              <a:gd name="connsiteX4" fmla="*/ 5181907 w 5988152"/>
              <a:gd name="connsiteY4" fmla="*/ 4975124 h 6897330"/>
              <a:gd name="connsiteX5" fmla="*/ 3336650 w 5988152"/>
              <a:gd name="connsiteY5" fmla="*/ 6897330 h 6897330"/>
              <a:gd name="connsiteX6" fmla="*/ 0 w 5988152"/>
              <a:gd name="connsiteY6" fmla="*/ 6887499 h 6897330"/>
              <a:gd name="connsiteX7" fmla="*/ 3457748 w 5988152"/>
              <a:gd name="connsiteY7" fmla="*/ 3429002 h 6897330"/>
              <a:gd name="connsiteX8" fmla="*/ 68826 w 5988152"/>
              <a:gd name="connsiteY8" fmla="*/ 1 h 6897330"/>
              <a:gd name="connsiteX0" fmla="*/ 68826 w 5988152"/>
              <a:gd name="connsiteY0" fmla="*/ 1 h 6897330"/>
              <a:gd name="connsiteX1" fmla="*/ 3277657 w 5988152"/>
              <a:gd name="connsiteY1" fmla="*/ 0 h 6897330"/>
              <a:gd name="connsiteX2" fmla="*/ 5368719 w 5988152"/>
              <a:gd name="connsiteY2" fmla="*/ 2054943 h 6897330"/>
              <a:gd name="connsiteX3" fmla="*/ 5988152 w 5988152"/>
              <a:gd name="connsiteY3" fmla="*/ 3451124 h 6897330"/>
              <a:gd name="connsiteX4" fmla="*/ 5181907 w 5988152"/>
              <a:gd name="connsiteY4" fmla="*/ 4975124 h 6897330"/>
              <a:gd name="connsiteX5" fmla="*/ 3336650 w 5988152"/>
              <a:gd name="connsiteY5" fmla="*/ 6897330 h 6897330"/>
              <a:gd name="connsiteX6" fmla="*/ 0 w 5988152"/>
              <a:gd name="connsiteY6" fmla="*/ 6887499 h 6897330"/>
              <a:gd name="connsiteX7" fmla="*/ 3457748 w 5988152"/>
              <a:gd name="connsiteY7" fmla="*/ 3429002 h 6897330"/>
              <a:gd name="connsiteX8" fmla="*/ 68826 w 5988152"/>
              <a:gd name="connsiteY8" fmla="*/ 1 h 6897330"/>
              <a:gd name="connsiteX0" fmla="*/ 68826 w 5988152"/>
              <a:gd name="connsiteY0" fmla="*/ 9834 h 6907163"/>
              <a:gd name="connsiteX1" fmla="*/ 3297321 w 5988152"/>
              <a:gd name="connsiteY1" fmla="*/ 0 h 6907163"/>
              <a:gd name="connsiteX2" fmla="*/ 5368719 w 5988152"/>
              <a:gd name="connsiteY2" fmla="*/ 2064776 h 6907163"/>
              <a:gd name="connsiteX3" fmla="*/ 5988152 w 5988152"/>
              <a:gd name="connsiteY3" fmla="*/ 3460957 h 6907163"/>
              <a:gd name="connsiteX4" fmla="*/ 5181907 w 5988152"/>
              <a:gd name="connsiteY4" fmla="*/ 4984957 h 6907163"/>
              <a:gd name="connsiteX5" fmla="*/ 3336650 w 5988152"/>
              <a:gd name="connsiteY5" fmla="*/ 6907163 h 6907163"/>
              <a:gd name="connsiteX6" fmla="*/ 0 w 5988152"/>
              <a:gd name="connsiteY6" fmla="*/ 6897332 h 6907163"/>
              <a:gd name="connsiteX7" fmla="*/ 3457748 w 5988152"/>
              <a:gd name="connsiteY7" fmla="*/ 3438835 h 6907163"/>
              <a:gd name="connsiteX8" fmla="*/ 68826 w 5988152"/>
              <a:gd name="connsiteY8" fmla="*/ 9834 h 6907163"/>
              <a:gd name="connsiteX0" fmla="*/ 29497 w 5988152"/>
              <a:gd name="connsiteY0" fmla="*/ 2 h 6907163"/>
              <a:gd name="connsiteX1" fmla="*/ 3297321 w 5988152"/>
              <a:gd name="connsiteY1" fmla="*/ 0 h 6907163"/>
              <a:gd name="connsiteX2" fmla="*/ 5368719 w 5988152"/>
              <a:gd name="connsiteY2" fmla="*/ 2064776 h 6907163"/>
              <a:gd name="connsiteX3" fmla="*/ 5988152 w 5988152"/>
              <a:gd name="connsiteY3" fmla="*/ 3460957 h 6907163"/>
              <a:gd name="connsiteX4" fmla="*/ 5181907 w 5988152"/>
              <a:gd name="connsiteY4" fmla="*/ 4984957 h 6907163"/>
              <a:gd name="connsiteX5" fmla="*/ 3336650 w 5988152"/>
              <a:gd name="connsiteY5" fmla="*/ 6907163 h 6907163"/>
              <a:gd name="connsiteX6" fmla="*/ 0 w 5988152"/>
              <a:gd name="connsiteY6" fmla="*/ 6897332 h 6907163"/>
              <a:gd name="connsiteX7" fmla="*/ 3457748 w 5988152"/>
              <a:gd name="connsiteY7" fmla="*/ 3438835 h 6907163"/>
              <a:gd name="connsiteX8" fmla="*/ 29497 w 5988152"/>
              <a:gd name="connsiteY8" fmla="*/ 2 h 6907163"/>
            </a:gdLst>
            <a:ahLst/>
            <a:cxnLst/>
            <a:rect l="l" t="t" r="r" b="b"/>
            <a:pathLst>
              <a:path w="5988152" h="6907163">
                <a:moveTo>
                  <a:pt x="29497" y="2"/>
                </a:moveTo>
                <a:lnTo>
                  <a:pt x="3297321" y="0"/>
                </a:lnTo>
                <a:lnTo>
                  <a:pt x="5368719" y="2064776"/>
                </a:lnTo>
                <a:cubicBezTo>
                  <a:pt x="5555532" y="2284363"/>
                  <a:pt x="5958656" y="2631770"/>
                  <a:pt x="5988152" y="3460957"/>
                </a:cubicBezTo>
                <a:cubicBezTo>
                  <a:pt x="5896384" y="4185267"/>
                  <a:pt x="5716127" y="4388466"/>
                  <a:pt x="5181907" y="4984957"/>
                </a:cubicBezTo>
                <a:lnTo>
                  <a:pt x="3336650" y="6907163"/>
                </a:lnTo>
                <a:lnTo>
                  <a:pt x="0" y="6897332"/>
                </a:lnTo>
                <a:lnTo>
                  <a:pt x="3457748" y="3438835"/>
                </a:lnTo>
                <a:lnTo>
                  <a:pt x="29497" y="2"/>
                </a:lnTo>
                <a:close/>
              </a:path>
            </a:pathLst>
          </a:custGeom>
        </p:spPr>
        <p:txBody>
          <a:bodyPr anchor="ctr"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t>Optional image placeholder  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143625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1B7A7B62-E4FA-0C40-A066-4DBE6DB245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1" y="2047875"/>
            <a:ext cx="10763250" cy="2495550"/>
          </a:xfrm>
        </p:spPr>
        <p:txBody>
          <a:bodyPr anchor="t">
            <a:normAutofit/>
          </a:bodyPr>
          <a:lstStyle>
            <a:lvl1pPr algn="ctr">
              <a:buNone/>
              <a:defRPr sz="5400" b="1">
                <a:solidFill>
                  <a:schemeClr val="bg1"/>
                </a:solidFill>
              </a:defRPr>
            </a:lvl1pPr>
          </a:lstStyle>
          <a:p>
            <a:r>
              <a:t>CLICK TO ENTER LARGE QUOTE OR STATEMENT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3583AC-A3A3-DE42-ACEA-C74EF92C675A}"/>
              </a:ext>
            </a:extLst>
          </p:cNvPr>
          <p:cNvSpPr>
            <a:spLocks noGrp="1"/>
          </p:cNvSpPr>
          <p:nvPr/>
        </p:nvSpPr>
        <p:spPr>
          <a:xfrm>
            <a:off x="5815013" y="1733550"/>
            <a:ext cx="561975" cy="66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A984374-E8BD-934B-B3E1-DA4F1A05ABC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buNone/>
              <a:defRPr sz="1600">
                <a:solidFill>
                  <a:srgbClr val="333333"/>
                </a:solidFill>
              </a:defRPr>
            </a:lvl1pPr>
          </a:lstStyle>
          <a:p>
            <a:fld id="{2FA352AA-8A82-6049-B18F-07539F444994}" type="slidenum">
              <a:t>‹#›</a:t>
            </a:fld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2C16EB-8D34-2246-8B97-962D2F45F1F5}"/>
              </a:ext>
            </a:extLst>
          </p:cNvPr>
          <p:cNvSpPr>
            <a:spLocks noGrp="1"/>
          </p:cNvSpPr>
          <p:nvPr/>
        </p:nvSpPr>
        <p:spPr>
          <a:xfrm>
            <a:off x="619125" y="6457950"/>
            <a:ext cx="2727029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>
                <a:solidFill>
                  <a:schemeClr val="accent3"/>
                </a:solidFill>
              </a:rPr>
              <a:t>© Presidio, Inc. All rights reserved. Proprietary and Confidential. 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C23D1417-AA77-4A62-BB56-F0606B0B9B4A}"/>
              </a:ext>
            </a:extLst>
          </p:cNvPr>
          <p:cNvSpPr>
            <a:spLocks noGrp="1"/>
          </p:cNvSpPr>
          <p:nvPr/>
        </p:nv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7" name="Graphic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34888" y="6391274"/>
            <a:ext cx="1333508" cy="1905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Quote w-Sub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143625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1B7A7B62-E4FA-0C40-A066-4DBE6DB245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1" y="1219199"/>
            <a:ext cx="10763250" cy="1876425"/>
          </a:xfrm>
        </p:spPr>
        <p:txBody>
          <a:bodyPr anchor="b">
            <a:normAutofit/>
          </a:bodyPr>
          <a:lstStyle>
            <a:lvl1pPr algn="ctr">
              <a:buNone/>
              <a:defRPr sz="5400" b="1">
                <a:solidFill>
                  <a:schemeClr val="bg1"/>
                </a:solidFill>
              </a:defRPr>
            </a:lvl1pPr>
          </a:lstStyle>
          <a:p>
            <a:r>
              <a:t>CLICK TO ENTER LARGE QUOTE OR STATEMENT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3583AC-A3A3-DE42-ACEA-C74EF92C675A}"/>
              </a:ext>
            </a:extLst>
          </p:cNvPr>
          <p:cNvSpPr>
            <a:spLocks noGrp="1"/>
          </p:cNvSpPr>
          <p:nvPr/>
        </p:nvSpPr>
        <p:spPr>
          <a:xfrm>
            <a:off x="5815013" y="3362325"/>
            <a:ext cx="561975" cy="66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E310262-8E9A-3542-8783-B41D670E47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49276" y="3716632"/>
            <a:ext cx="7647200" cy="116016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add subtext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2881739-E377-AD4C-97A0-24289D0284A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buNone/>
              <a:defRPr sz="1600">
                <a:solidFill>
                  <a:srgbClr val="333333"/>
                </a:solidFill>
              </a:defRPr>
            </a:lvl1pPr>
          </a:lstStyle>
          <a:p>
            <a:fld id="{2FA352AA-8A82-6049-B18F-07539F444994}" type="slidenum">
              <a:t>‹#›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F9B339-C862-6640-A557-63D17892F6B3}"/>
              </a:ext>
            </a:extLst>
          </p:cNvPr>
          <p:cNvSpPr>
            <a:spLocks noGrp="1"/>
          </p:cNvSpPr>
          <p:nvPr/>
        </p:nvSpPr>
        <p:spPr>
          <a:xfrm>
            <a:off x="619125" y="6457950"/>
            <a:ext cx="2727029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>
                <a:solidFill>
                  <a:schemeClr val="accent3"/>
                </a:solidFill>
              </a:rPr>
              <a:t>© Presidio, Inc. All rights reserved. Proprietary and Confidential. 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4B5F0D5C-EA1F-46F7-B8E6-016DA918593F}"/>
              </a:ext>
            </a:extLst>
          </p:cNvPr>
          <p:cNvSpPr>
            <a:spLocks noGrp="1"/>
          </p:cNvSpPr>
          <p:nvPr/>
        </p:nv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8" name="Graphic 1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34888" y="6391274"/>
            <a:ext cx="1333508" cy="1905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3 City End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D3C2-28CA-034B-84E3-B20D631ADB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0" y="1990726"/>
            <a:ext cx="6475625" cy="2833982"/>
          </a:xfrm>
        </p:spPr>
        <p:txBody>
          <a:bodyPr anchor="b"/>
          <a:lstStyle>
            <a:lvl1pPr algn="l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r>
              <a:t>Click to add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129FD-65BB-3C46-A192-5B4CE0EF1A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5278732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add subtext</a:t>
            </a:r>
          </a:p>
        </p:txBody>
      </p:sp>
      <p:pic>
        <p:nvPicPr>
          <p:cNvPr id="21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518" y="652689"/>
            <a:ext cx="2030128" cy="290018"/>
          </a:xfrm>
          <a:prstGeom prst="rect">
            <a:avLst/>
          </a:prstGeom>
        </p:spPr>
      </p:pic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1345C77A-7233-443D-A128-12898BF7F307}"/>
              </a:ext>
            </a:extLst>
          </p:cNvPr>
          <p:cNvSpPr>
            <a:spLocks noGrp="1"/>
          </p:cNvSpPr>
          <p:nvPr/>
        </p:nvSpPr>
        <p:spPr>
          <a:xfrm>
            <a:off x="666750" y="5038725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ligh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D3C2-28CA-034B-84E3-B20D631ADB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0" y="1990726"/>
            <a:ext cx="6475625" cy="2833982"/>
          </a:xfrm>
        </p:spPr>
        <p:txBody>
          <a:bodyPr anchor="b"/>
          <a:lstStyle>
            <a:lvl1pPr algn="l">
              <a:buNone/>
              <a:defRPr sz="6000" b="1">
                <a:solidFill>
                  <a:srgbClr val="333333"/>
                </a:solidFill>
              </a:defRPr>
            </a:lvl1pPr>
          </a:lstStyle>
          <a:p>
            <a:r>
              <a:t>Click to add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129FD-65BB-3C46-A192-5B4CE0EF1A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5278732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add subtext</a:t>
            </a:r>
          </a:p>
        </p:txBody>
      </p:sp>
      <p:pic>
        <p:nvPicPr>
          <p:cNvPr id="21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518" y="652689"/>
            <a:ext cx="2030128" cy="290018"/>
          </a:xfrm>
          <a:prstGeom prst="rect">
            <a:avLst/>
          </a:prstGeom>
        </p:spPr>
      </p:pic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CE1A2962-678D-45D6-BE9E-02A18F11B026}"/>
              </a:ext>
            </a:extLst>
          </p:cNvPr>
          <p:cNvSpPr>
            <a:spLocks noGrp="1"/>
          </p:cNvSpPr>
          <p:nvPr/>
        </p:nvSpPr>
        <p:spPr>
          <a:xfrm>
            <a:off x="666750" y="1227121"/>
            <a:ext cx="476250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2 Blu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D3C2-28CA-034B-84E3-B20D631ADB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0" y="2076449"/>
            <a:ext cx="10533275" cy="2071983"/>
          </a:xfrm>
        </p:spPr>
        <p:txBody>
          <a:bodyPr anchor="b"/>
          <a:lstStyle>
            <a:lvl1pPr algn="l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r>
              <a:t>Click to add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129FD-65BB-3C46-A192-5B4CE0EF1A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4573882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add subtext</a:t>
            </a:r>
          </a:p>
        </p:txBody>
      </p:sp>
      <p:pic>
        <p:nvPicPr>
          <p:cNvPr id="21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518" y="652689"/>
            <a:ext cx="2030128" cy="290018"/>
          </a:xfrm>
          <a:prstGeom prst="rect">
            <a:avLst/>
          </a:prstGeom>
        </p:spPr>
      </p:pic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B8915DFF-B847-43A9-A409-5AB0D36A8D8C}"/>
              </a:ext>
            </a:extLst>
          </p:cNvPr>
          <p:cNvSpPr>
            <a:spLocks noGrp="1"/>
          </p:cNvSpPr>
          <p:nvPr/>
        </p:nvSpPr>
        <p:spPr>
          <a:xfrm>
            <a:off x="666750" y="4333875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2 Grey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B129FD-65BB-3C46-A192-5B4CE0EF1A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4573882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add subtext</a:t>
            </a:r>
          </a:p>
        </p:txBody>
      </p:sp>
      <p:pic>
        <p:nvPicPr>
          <p:cNvPr id="20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518" y="652689"/>
            <a:ext cx="2030128" cy="290018"/>
          </a:xfrm>
          <a:prstGeom prst="rect">
            <a:avLst/>
          </a:prstGeom>
        </p:spPr>
      </p:pic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C3453665-7225-4D70-9BA5-9FFDA9121AB6}"/>
              </a:ext>
            </a:extLst>
          </p:cNvPr>
          <p:cNvSpPr>
            <a:spLocks noGrp="1"/>
          </p:cNvSpPr>
          <p:nvPr/>
        </p:nvSpPr>
        <p:spPr>
          <a:xfrm>
            <a:off x="666750" y="4333875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787DFAF-873C-E749-975D-0F54A1DD7A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0" y="2076449"/>
            <a:ext cx="10533275" cy="2071983"/>
          </a:xfrm>
        </p:spPr>
        <p:txBody>
          <a:bodyPr anchor="b"/>
          <a:lstStyle>
            <a:lvl1pPr algn="l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r>
              <a:t>Click to add presentation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616A542-795E-044F-9C8C-130D310B5A01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 flipH="1">
            <a:off x="8301805" y="3853403"/>
            <a:ext cx="3239830" cy="3004598"/>
          </a:xfrm>
          <a:custGeom>
            <a:avLst/>
            <a:gdLst>
              <a:gd name="connsiteX0" fmla="*/ 0 w 3192104"/>
              <a:gd name="connsiteY0" fmla="*/ 3239729 h 3239729"/>
              <a:gd name="connsiteX1" fmla="*/ 0 w 3192104"/>
              <a:gd name="connsiteY1" fmla="*/ 0 h 3239729"/>
              <a:gd name="connsiteX2" fmla="*/ 3192104 w 3192104"/>
              <a:gd name="connsiteY2" fmla="*/ 3239729 h 3239729"/>
              <a:gd name="connsiteX3" fmla="*/ 0 w 3192104"/>
              <a:gd name="connsiteY3" fmla="*/ 3239729 h 3239729"/>
              <a:gd name="connsiteX0" fmla="*/ 0 w 3192104"/>
              <a:gd name="connsiteY0" fmla="*/ 3035078 h 3035078"/>
              <a:gd name="connsiteX1" fmla="*/ 209006 w 3192104"/>
              <a:gd name="connsiteY1" fmla="*/ 0 h 3035078"/>
              <a:gd name="connsiteX2" fmla="*/ 3192104 w 3192104"/>
              <a:gd name="connsiteY2" fmla="*/ 3035078 h 3035078"/>
              <a:gd name="connsiteX3" fmla="*/ 0 w 3192104"/>
              <a:gd name="connsiteY3" fmla="*/ 3035078 h 3035078"/>
              <a:gd name="connsiteX0" fmla="*/ 0 w 3192104"/>
              <a:gd name="connsiteY0" fmla="*/ 3035078 h 3035078"/>
              <a:gd name="connsiteX1" fmla="*/ 209006 w 3192104"/>
              <a:gd name="connsiteY1" fmla="*/ 0 h 3035078"/>
              <a:gd name="connsiteX2" fmla="*/ 3192104 w 3192104"/>
              <a:gd name="connsiteY2" fmla="*/ 3035078 h 3035078"/>
              <a:gd name="connsiteX3" fmla="*/ 0 w 3192104"/>
              <a:gd name="connsiteY3" fmla="*/ 3035078 h 3035078"/>
              <a:gd name="connsiteX0" fmla="*/ 49066 w 3241170"/>
              <a:gd name="connsiteY0" fmla="*/ 3035078 h 3035078"/>
              <a:gd name="connsiteX1" fmla="*/ 258072 w 3241170"/>
              <a:gd name="connsiteY1" fmla="*/ 0 h 3035078"/>
              <a:gd name="connsiteX2" fmla="*/ 3241170 w 3241170"/>
              <a:gd name="connsiteY2" fmla="*/ 3035078 h 3035078"/>
              <a:gd name="connsiteX3" fmla="*/ 49066 w 3241170"/>
              <a:gd name="connsiteY3" fmla="*/ 3035078 h 3035078"/>
              <a:gd name="connsiteX0" fmla="*/ 47726 w 3239830"/>
              <a:gd name="connsiteY0" fmla="*/ 3004598 h 3004598"/>
              <a:gd name="connsiteX1" fmla="*/ 261086 w 3239830"/>
              <a:gd name="connsiteY1" fmla="*/ 0 h 3004598"/>
              <a:gd name="connsiteX2" fmla="*/ 3239830 w 3239830"/>
              <a:gd name="connsiteY2" fmla="*/ 3004598 h 3004598"/>
              <a:gd name="connsiteX3" fmla="*/ 47726 w 3239830"/>
              <a:gd name="connsiteY3" fmla="*/ 3004598 h 3004598"/>
            </a:gdLst>
            <a:ahLst/>
            <a:cxnLst/>
            <a:rect l="l" t="t" r="r" b="b"/>
            <a:pathLst>
              <a:path w="3239830" h="3004598">
                <a:moveTo>
                  <a:pt x="47726" y="3004598"/>
                </a:moveTo>
                <a:cubicBezTo>
                  <a:pt x="-26297" y="2445751"/>
                  <a:pt x="-52423" y="1207636"/>
                  <a:pt x="261086" y="0"/>
                </a:cubicBezTo>
                <a:lnTo>
                  <a:pt x="3239830" y="3004598"/>
                </a:lnTo>
                <a:lnTo>
                  <a:pt x="47726" y="3004598"/>
                </a:lnTo>
                <a:close/>
              </a:path>
            </a:pathLst>
          </a:custGeom>
        </p:spPr>
        <p:txBody>
          <a:bodyPr anchor="ctr">
            <a:norm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t>Optional</a:t>
            </a:r>
          </a:p>
          <a:p>
            <a:r>
              <a:t>Image Placeholder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 3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D3C2-28CA-034B-84E3-B20D631ADB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0" y="1434164"/>
            <a:ext cx="6491567" cy="1985255"/>
          </a:xfrm>
        </p:spPr>
        <p:txBody>
          <a:bodyPr anchor="b"/>
          <a:lstStyle>
            <a:lvl1pPr algn="l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r>
              <a:t>Click to add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129FD-65BB-3C46-A192-5B4CE0EF1A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3873444"/>
            <a:ext cx="5940863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add subtext</a:t>
            </a:r>
          </a:p>
        </p:txBody>
      </p:sp>
      <p:pic>
        <p:nvPicPr>
          <p:cNvPr id="26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518" y="5917708"/>
            <a:ext cx="2030128" cy="290018"/>
          </a:xfrm>
          <a:prstGeom prst="rect">
            <a:avLst/>
          </a:prstGeom>
        </p:spPr>
      </p:pic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FB177044-D5AB-4035-B3DD-35D6A132268F}"/>
              </a:ext>
            </a:extLst>
          </p:cNvPr>
          <p:cNvSpPr>
            <a:spLocks noGrp="1"/>
          </p:cNvSpPr>
          <p:nvPr/>
        </p:nvSpPr>
        <p:spPr>
          <a:xfrm>
            <a:off x="666750" y="3633437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8" name="Graphic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2442" y="544749"/>
            <a:ext cx="275478" cy="165286"/>
          </a:xfrm>
          <a:prstGeom prst="rect">
            <a:avLst/>
          </a:prstGeom>
        </p:spPr>
      </p:pic>
      <p:pic>
        <p:nvPicPr>
          <p:cNvPr id="29" name="Graphic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5299" y="524935"/>
            <a:ext cx="220382" cy="202017"/>
          </a:xfrm>
          <a:prstGeom prst="rect">
            <a:avLst/>
          </a:prstGeom>
        </p:spPr>
      </p:pic>
      <p:pic>
        <p:nvPicPr>
          <p:cNvPr id="30" name="Graphic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59863" y="488835"/>
            <a:ext cx="189773" cy="220382"/>
          </a:xfrm>
          <a:prstGeom prst="rect">
            <a:avLst/>
          </a:prstGeom>
        </p:spPr>
      </p:pic>
      <p:pic>
        <p:nvPicPr>
          <p:cNvPr id="31" name="Graphic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88428" y="491690"/>
            <a:ext cx="238747" cy="232625"/>
          </a:xfrm>
          <a:prstGeom prst="rect">
            <a:avLst/>
          </a:prstGeom>
        </p:spPr>
      </p:pic>
      <p:pic>
        <p:nvPicPr>
          <p:cNvPr id="32" name="Graphic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56356" y="512174"/>
            <a:ext cx="238747" cy="2081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5FD4-BFC8-2645-80C5-257E7C349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482725"/>
            <a:ext cx="4857751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334BC-9620-1342-AFAF-71B69675765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81725" y="1482725"/>
            <a:ext cx="52578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98872BA3-7806-A643-9FE8-1CB1CD1A7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 anchor="ctr">
            <a:normAutofit/>
          </a:bodyPr>
          <a:lstStyle>
            <a:lvl1pPr>
              <a:buNone/>
              <a:defRPr sz="3600" b="1"/>
            </a:lvl1pPr>
          </a:lstStyle>
          <a:p>
            <a:r>
              <a:t>Click to edit Master title style</a:t>
            </a:r>
          </a:p>
        </p:txBody>
      </p:sp>
      <p:pic>
        <p:nvPicPr>
          <p:cNvPr id="28" name="Graphic 2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279915"/>
            <a:ext cx="400385" cy="864831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7B8F143-7118-4D4F-8348-D631A3E33F4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buNone/>
              <a:defRPr sz="1600">
                <a:solidFill>
                  <a:srgbClr val="333333"/>
                </a:solidFill>
              </a:defRPr>
            </a:lvl1pPr>
          </a:lstStyle>
          <a:p>
            <a:fld id="{2FA352AA-8A82-6049-B18F-07539F444994}" type="slidenum">
              <a:t>‹#›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ED0AE0-CE70-5443-B2C3-4F227BB64963}"/>
              </a:ext>
            </a:extLst>
          </p:cNvPr>
          <p:cNvSpPr>
            <a:spLocks noGrp="1"/>
          </p:cNvSpPr>
          <p:nvPr/>
        </p:nvSpPr>
        <p:spPr>
          <a:xfrm>
            <a:off x="619125" y="6457950"/>
            <a:ext cx="2727029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>
                <a:solidFill>
                  <a:schemeClr val="accent3"/>
                </a:solidFill>
              </a:rPr>
              <a:t>© Presidio, Inc. All rights reserved. Proprietary and Confidential. 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E8E5029-535F-444E-879C-896EF3CA09FC}"/>
              </a:ext>
            </a:extLst>
          </p:cNvPr>
          <p:cNvSpPr>
            <a:spLocks noGrp="1"/>
          </p:cNvSpPr>
          <p:nvPr/>
        </p:nv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32" name="Graphic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34888" y="6391274"/>
            <a:ext cx="1333508" cy="1905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1B7A7B62-E4FA-0C40-A066-4DBE6DB2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 anchor="ctr">
            <a:normAutofit/>
          </a:bodyPr>
          <a:lstStyle>
            <a:lvl1pPr>
              <a:buNone/>
              <a:defRPr sz="3600" b="1"/>
            </a:lvl1pPr>
          </a:lstStyle>
          <a:p>
            <a:r>
              <a:t>Click to edit Master title style</a:t>
            </a:r>
          </a:p>
        </p:txBody>
      </p:sp>
      <p:pic>
        <p:nvPicPr>
          <p:cNvPr id="21" name="Graphic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279915"/>
            <a:ext cx="400385" cy="8648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C21650-0D40-9844-94AA-AAF6B8123D81}"/>
              </a:ext>
            </a:extLst>
          </p:cNvPr>
          <p:cNvSpPr>
            <a:spLocks noGrp="1"/>
          </p:cNvSpPr>
          <p:nvPr/>
        </p:nvSpPr>
        <p:spPr>
          <a:xfrm>
            <a:off x="619125" y="6457950"/>
            <a:ext cx="2727029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>
                <a:solidFill>
                  <a:schemeClr val="accent3"/>
                </a:solidFill>
              </a:rPr>
              <a:t>© Presidio, Inc. All rights reserved. Proprietary and Confidential. 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50390512-6B03-44F7-9827-D21705FE0701}"/>
              </a:ext>
            </a:extLst>
          </p:cNvPr>
          <p:cNvSpPr>
            <a:spLocks noGrp="1"/>
          </p:cNvSpPr>
          <p:nvPr/>
        </p:nv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4" name="Graphic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34888" y="6391274"/>
            <a:ext cx="1333508" cy="1905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A2293-94DB-4C41-BC14-9D00ABE46DB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buNone/>
              <a:defRPr sz="1600">
                <a:solidFill>
                  <a:srgbClr val="333333"/>
                </a:solidFill>
              </a:defRPr>
            </a:lvl1pPr>
          </a:lstStyle>
          <a:p>
            <a:fld id="{2FA352AA-8A82-6049-B18F-07539F444994}" type="slidenum">
              <a:t>‹#›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5A33D0-E3C4-1249-A9A8-CE90075382D9}"/>
              </a:ext>
            </a:extLst>
          </p:cNvPr>
          <p:cNvSpPr>
            <a:spLocks noGrp="1"/>
          </p:cNvSpPr>
          <p:nvPr/>
        </p:nvSpPr>
        <p:spPr>
          <a:xfrm>
            <a:off x="619125" y="6457950"/>
            <a:ext cx="2727029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>
                <a:solidFill>
                  <a:schemeClr val="accent3"/>
                </a:solidFill>
              </a:rPr>
              <a:t>© Presidio, Inc. All rights reserved. Proprietary and Confidential. 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6BBE94A9-0B72-45CF-9CDB-346B74E78AE7}"/>
              </a:ext>
            </a:extLst>
          </p:cNvPr>
          <p:cNvSpPr>
            <a:spLocks noGrp="1"/>
          </p:cNvSpPr>
          <p:nvPr/>
        </p:nv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13" name="Graphic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34888" y="6391274"/>
            <a:ext cx="1333508" cy="1905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1B7A7B62-E4FA-0C40-A066-4DBE6DB2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719" y="2212262"/>
            <a:ext cx="5913669" cy="2495550"/>
          </a:xfrm>
        </p:spPr>
        <p:txBody>
          <a:bodyPr anchor="ctr">
            <a:normAutofit/>
          </a:bodyPr>
          <a:lstStyle>
            <a:lvl1pPr algn="l">
              <a:buNone/>
              <a:defRPr sz="4800" b="1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77521F-CA41-3349-A979-B92FC9D11EFA}"/>
              </a:ext>
            </a:extLst>
          </p:cNvPr>
          <p:cNvSpPr>
            <a:spLocks noGrp="1"/>
          </p:cNvSpPr>
          <p:nvPr/>
        </p:nvSpPr>
        <p:spPr>
          <a:xfrm>
            <a:off x="897640" y="1662436"/>
            <a:ext cx="561975" cy="66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F7111F-64BB-2942-918D-AA61750291FC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8465905" y="2373817"/>
            <a:ext cx="2117974" cy="211599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t>Optional</a:t>
            </a:r>
          </a:p>
          <a:p>
            <a:r>
              <a:t>Image Placeholder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ction Slide">
    <p:bg>
      <p:bgPr>
        <a:blipFill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3BDA60-7599-314C-A4A1-E40BDBCBCCB4}"/>
              </a:ext>
            </a:extLst>
          </p:cNvPr>
          <p:cNvSpPr>
            <a:spLocks noGrp="1"/>
          </p:cNvSpPr>
          <p:nvPr/>
        </p:nvSpPr>
        <p:spPr>
          <a:xfrm>
            <a:off x="896938" y="1662113"/>
            <a:ext cx="561975" cy="66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DD3AE81-3EAC-4E56-A11A-B57B70A5B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720" y="2212262"/>
            <a:ext cx="5783040" cy="2495550"/>
          </a:xfrm>
        </p:spPr>
        <p:txBody>
          <a:bodyPr>
            <a:normAutofit/>
          </a:bodyPr>
          <a:lstStyle>
            <a:lvl1pPr algn="l">
              <a:buNone/>
              <a:defRPr sz="4800" b="1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6AD8BB-F387-4703-A741-4F7EEBE22F1B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8465905" y="2373817"/>
            <a:ext cx="2117974" cy="211599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pter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CCB05-224A-0346-975F-00A282C7F4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685925"/>
            <a:ext cx="6092825" cy="1990725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add Chapter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4DF266-627C-9640-953A-219268AFE48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98525" y="3922714"/>
            <a:ext cx="6083300" cy="7921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subtext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9F3E2921-808C-4982-BF04-4D5F21D957AE}"/>
              </a:ext>
            </a:extLst>
          </p:cNvPr>
          <p:cNvSpPr>
            <a:spLocks noGrp="1"/>
          </p:cNvSpPr>
          <p:nvPr/>
        </p:nvSpPr>
        <p:spPr>
          <a:xfrm>
            <a:off x="1009650" y="3790950"/>
            <a:ext cx="390525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594EE29-B8BC-B04B-A1C3-A7F618959D73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017035" y="-9834"/>
            <a:ext cx="5988152" cy="6907163"/>
          </a:xfrm>
          <a:custGeom>
            <a:avLst/>
            <a:gdLst>
              <a:gd name="connsiteX0" fmla="*/ 0 w 6656746"/>
              <a:gd name="connsiteY0" fmla="*/ 0 h 6858000"/>
              <a:gd name="connsiteX1" fmla="*/ 3248159 w 6656746"/>
              <a:gd name="connsiteY1" fmla="*/ 0 h 6858000"/>
              <a:gd name="connsiteX2" fmla="*/ 6656746 w 6656746"/>
              <a:gd name="connsiteY2" fmla="*/ 3429000 h 6858000"/>
              <a:gd name="connsiteX3" fmla="*/ 3248159 w 6656746"/>
              <a:gd name="connsiteY3" fmla="*/ 6858000 h 6858000"/>
              <a:gd name="connsiteX4" fmla="*/ 0 w 6656746"/>
              <a:gd name="connsiteY4" fmla="*/ 6858000 h 6858000"/>
              <a:gd name="connsiteX5" fmla="*/ 3408587 w 6656746"/>
              <a:gd name="connsiteY5" fmla="*/ 3429000 h 6858000"/>
              <a:gd name="connsiteX6" fmla="*/ 0 w 6656746"/>
              <a:gd name="connsiteY6" fmla="*/ 0 h 6858000"/>
              <a:gd name="connsiteX0" fmla="*/ 0 w 6656746"/>
              <a:gd name="connsiteY0" fmla="*/ 0 h 6858000"/>
              <a:gd name="connsiteX1" fmla="*/ 3248159 w 6656746"/>
              <a:gd name="connsiteY1" fmla="*/ 0 h 6858000"/>
              <a:gd name="connsiteX2" fmla="*/ 6656746 w 6656746"/>
              <a:gd name="connsiteY2" fmla="*/ 3429000 h 6858000"/>
              <a:gd name="connsiteX3" fmla="*/ 5103249 w 6656746"/>
              <a:gd name="connsiteY3" fmla="*/ 4975123 h 6858000"/>
              <a:gd name="connsiteX4" fmla="*/ 3248159 w 6656746"/>
              <a:gd name="connsiteY4" fmla="*/ 6858000 h 6858000"/>
              <a:gd name="connsiteX5" fmla="*/ 0 w 6656746"/>
              <a:gd name="connsiteY5" fmla="*/ 6858000 h 6858000"/>
              <a:gd name="connsiteX6" fmla="*/ 3408587 w 6656746"/>
              <a:gd name="connsiteY6" fmla="*/ 3429000 h 6858000"/>
              <a:gd name="connsiteX7" fmla="*/ 0 w 6656746"/>
              <a:gd name="connsiteY7" fmla="*/ 0 h 6858000"/>
              <a:gd name="connsiteX0" fmla="*/ 0 w 6656746"/>
              <a:gd name="connsiteY0" fmla="*/ 0 h 6858000"/>
              <a:gd name="connsiteX1" fmla="*/ 3248159 w 6656746"/>
              <a:gd name="connsiteY1" fmla="*/ 0 h 6858000"/>
              <a:gd name="connsiteX2" fmla="*/ 5299894 w 6656746"/>
              <a:gd name="connsiteY2" fmla="*/ 2084439 h 6858000"/>
              <a:gd name="connsiteX3" fmla="*/ 6656746 w 6656746"/>
              <a:gd name="connsiteY3" fmla="*/ 3429000 h 6858000"/>
              <a:gd name="connsiteX4" fmla="*/ 5103249 w 6656746"/>
              <a:gd name="connsiteY4" fmla="*/ 4975123 h 6858000"/>
              <a:gd name="connsiteX5" fmla="*/ 3248159 w 6656746"/>
              <a:gd name="connsiteY5" fmla="*/ 6858000 h 6858000"/>
              <a:gd name="connsiteX6" fmla="*/ 0 w 6656746"/>
              <a:gd name="connsiteY6" fmla="*/ 6858000 h 6858000"/>
              <a:gd name="connsiteX7" fmla="*/ 3408587 w 6656746"/>
              <a:gd name="connsiteY7" fmla="*/ 3429000 h 6858000"/>
              <a:gd name="connsiteX8" fmla="*/ 0 w 6656746"/>
              <a:gd name="connsiteY8" fmla="*/ 0 h 6858000"/>
              <a:gd name="connsiteX0" fmla="*/ 0 w 5299894"/>
              <a:gd name="connsiteY0" fmla="*/ 0 h 6858000"/>
              <a:gd name="connsiteX1" fmla="*/ 3248159 w 5299894"/>
              <a:gd name="connsiteY1" fmla="*/ 0 h 6858000"/>
              <a:gd name="connsiteX2" fmla="*/ 5299894 w 5299894"/>
              <a:gd name="connsiteY2" fmla="*/ 2084439 h 6858000"/>
              <a:gd name="connsiteX3" fmla="*/ 5103249 w 5299894"/>
              <a:gd name="connsiteY3" fmla="*/ 4975123 h 6858000"/>
              <a:gd name="connsiteX4" fmla="*/ 3248159 w 5299894"/>
              <a:gd name="connsiteY4" fmla="*/ 6858000 h 6858000"/>
              <a:gd name="connsiteX5" fmla="*/ 0 w 5299894"/>
              <a:gd name="connsiteY5" fmla="*/ 6858000 h 6858000"/>
              <a:gd name="connsiteX6" fmla="*/ 3408587 w 5299894"/>
              <a:gd name="connsiteY6" fmla="*/ 3429000 h 6858000"/>
              <a:gd name="connsiteX7" fmla="*/ 0 w 5299894"/>
              <a:gd name="connsiteY7" fmla="*/ 0 h 6858000"/>
              <a:gd name="connsiteX0" fmla="*/ 0 w 5880987"/>
              <a:gd name="connsiteY0" fmla="*/ 0 h 6858000"/>
              <a:gd name="connsiteX1" fmla="*/ 3248159 w 5880987"/>
              <a:gd name="connsiteY1" fmla="*/ 0 h 6858000"/>
              <a:gd name="connsiteX2" fmla="*/ 5299894 w 5880987"/>
              <a:gd name="connsiteY2" fmla="*/ 2084439 h 6858000"/>
              <a:gd name="connsiteX3" fmla="*/ 5879997 w 5880987"/>
              <a:gd name="connsiteY3" fmla="*/ 3451123 h 6858000"/>
              <a:gd name="connsiteX4" fmla="*/ 5103249 w 5880987"/>
              <a:gd name="connsiteY4" fmla="*/ 4975123 h 6858000"/>
              <a:gd name="connsiteX5" fmla="*/ 3248159 w 5880987"/>
              <a:gd name="connsiteY5" fmla="*/ 6858000 h 6858000"/>
              <a:gd name="connsiteX6" fmla="*/ 0 w 5880987"/>
              <a:gd name="connsiteY6" fmla="*/ 6858000 h 6858000"/>
              <a:gd name="connsiteX7" fmla="*/ 3408587 w 5880987"/>
              <a:gd name="connsiteY7" fmla="*/ 3429000 h 6858000"/>
              <a:gd name="connsiteX8" fmla="*/ 0 w 588098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198998 w 5879997"/>
              <a:gd name="connsiteY1" fmla="*/ 29497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60 w 5879997"/>
              <a:gd name="connsiteY1" fmla="*/ 39329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18663 w 5879997"/>
              <a:gd name="connsiteY1" fmla="*/ 19664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29497 w 5909494"/>
              <a:gd name="connsiteY0" fmla="*/ 0 h 6867833"/>
              <a:gd name="connsiteX1" fmla="*/ 3248160 w 5909494"/>
              <a:gd name="connsiteY1" fmla="*/ 19664 h 6867833"/>
              <a:gd name="connsiteX2" fmla="*/ 5329391 w 5909494"/>
              <a:gd name="connsiteY2" fmla="*/ 2084439 h 6867833"/>
              <a:gd name="connsiteX3" fmla="*/ 5909494 w 5909494"/>
              <a:gd name="connsiteY3" fmla="*/ 3451123 h 6867833"/>
              <a:gd name="connsiteX4" fmla="*/ 5132746 w 5909494"/>
              <a:gd name="connsiteY4" fmla="*/ 4975123 h 6867833"/>
              <a:gd name="connsiteX5" fmla="*/ 3277656 w 5909494"/>
              <a:gd name="connsiteY5" fmla="*/ 6858000 h 6867833"/>
              <a:gd name="connsiteX6" fmla="*/ 0 w 5909494"/>
              <a:gd name="connsiteY6" fmla="*/ 6867833 h 6867833"/>
              <a:gd name="connsiteX7" fmla="*/ 3438084 w 5909494"/>
              <a:gd name="connsiteY7" fmla="*/ 3429000 h 6867833"/>
              <a:gd name="connsiteX8" fmla="*/ 29497 w 5909494"/>
              <a:gd name="connsiteY8" fmla="*/ 0 h 6867833"/>
              <a:gd name="connsiteX0" fmla="*/ 19665 w 5909494"/>
              <a:gd name="connsiteY0" fmla="*/ 0 h 6867833"/>
              <a:gd name="connsiteX1" fmla="*/ 3248160 w 5909494"/>
              <a:gd name="connsiteY1" fmla="*/ 19664 h 6867833"/>
              <a:gd name="connsiteX2" fmla="*/ 5329391 w 5909494"/>
              <a:gd name="connsiteY2" fmla="*/ 2084439 h 6867833"/>
              <a:gd name="connsiteX3" fmla="*/ 5909494 w 5909494"/>
              <a:gd name="connsiteY3" fmla="*/ 3451123 h 6867833"/>
              <a:gd name="connsiteX4" fmla="*/ 5132746 w 5909494"/>
              <a:gd name="connsiteY4" fmla="*/ 4975123 h 6867833"/>
              <a:gd name="connsiteX5" fmla="*/ 3277656 w 5909494"/>
              <a:gd name="connsiteY5" fmla="*/ 6858000 h 6867833"/>
              <a:gd name="connsiteX6" fmla="*/ 0 w 5909494"/>
              <a:gd name="connsiteY6" fmla="*/ 6867833 h 6867833"/>
              <a:gd name="connsiteX7" fmla="*/ 3438084 w 5909494"/>
              <a:gd name="connsiteY7" fmla="*/ 3429000 h 6867833"/>
              <a:gd name="connsiteX8" fmla="*/ 19665 w 5909494"/>
              <a:gd name="connsiteY8" fmla="*/ 0 h 6867833"/>
              <a:gd name="connsiteX0" fmla="*/ 19665 w 5909494"/>
              <a:gd name="connsiteY0" fmla="*/ 1 h 6867834"/>
              <a:gd name="connsiteX1" fmla="*/ 3228496 w 5909494"/>
              <a:gd name="connsiteY1" fmla="*/ 0 h 6867834"/>
              <a:gd name="connsiteX2" fmla="*/ 5329391 w 5909494"/>
              <a:gd name="connsiteY2" fmla="*/ 2084440 h 6867834"/>
              <a:gd name="connsiteX3" fmla="*/ 5909494 w 5909494"/>
              <a:gd name="connsiteY3" fmla="*/ 3451124 h 6867834"/>
              <a:gd name="connsiteX4" fmla="*/ 5132746 w 5909494"/>
              <a:gd name="connsiteY4" fmla="*/ 4975124 h 6867834"/>
              <a:gd name="connsiteX5" fmla="*/ 3277656 w 5909494"/>
              <a:gd name="connsiteY5" fmla="*/ 6858001 h 6867834"/>
              <a:gd name="connsiteX6" fmla="*/ 0 w 5909494"/>
              <a:gd name="connsiteY6" fmla="*/ 6867834 h 6867834"/>
              <a:gd name="connsiteX7" fmla="*/ 3438084 w 5909494"/>
              <a:gd name="connsiteY7" fmla="*/ 3429001 h 6867834"/>
              <a:gd name="connsiteX8" fmla="*/ 19665 w 5909494"/>
              <a:gd name="connsiteY8" fmla="*/ 1 h 6867834"/>
              <a:gd name="connsiteX0" fmla="*/ 68826 w 5958655"/>
              <a:gd name="connsiteY0" fmla="*/ 1 h 6887499"/>
              <a:gd name="connsiteX1" fmla="*/ 3277657 w 5958655"/>
              <a:gd name="connsiteY1" fmla="*/ 0 h 6887499"/>
              <a:gd name="connsiteX2" fmla="*/ 5378552 w 5958655"/>
              <a:gd name="connsiteY2" fmla="*/ 2084440 h 6887499"/>
              <a:gd name="connsiteX3" fmla="*/ 5958655 w 5958655"/>
              <a:gd name="connsiteY3" fmla="*/ 3451124 h 6887499"/>
              <a:gd name="connsiteX4" fmla="*/ 5181907 w 5958655"/>
              <a:gd name="connsiteY4" fmla="*/ 4975124 h 6887499"/>
              <a:gd name="connsiteX5" fmla="*/ 3326817 w 5958655"/>
              <a:gd name="connsiteY5" fmla="*/ 6858001 h 6887499"/>
              <a:gd name="connsiteX6" fmla="*/ 0 w 5958655"/>
              <a:gd name="connsiteY6" fmla="*/ 6887499 h 6887499"/>
              <a:gd name="connsiteX7" fmla="*/ 3487245 w 5958655"/>
              <a:gd name="connsiteY7" fmla="*/ 3429001 h 6887499"/>
              <a:gd name="connsiteX8" fmla="*/ 68826 w 5958655"/>
              <a:gd name="connsiteY8" fmla="*/ 1 h 6887499"/>
              <a:gd name="connsiteX0" fmla="*/ 68826 w 5958655"/>
              <a:gd name="connsiteY0" fmla="*/ 1 h 6887499"/>
              <a:gd name="connsiteX1" fmla="*/ 3277657 w 5958655"/>
              <a:gd name="connsiteY1" fmla="*/ 0 h 6887499"/>
              <a:gd name="connsiteX2" fmla="*/ 5378552 w 5958655"/>
              <a:gd name="connsiteY2" fmla="*/ 2084440 h 6887499"/>
              <a:gd name="connsiteX3" fmla="*/ 5958655 w 5958655"/>
              <a:gd name="connsiteY3" fmla="*/ 3451124 h 6887499"/>
              <a:gd name="connsiteX4" fmla="*/ 5181907 w 5958655"/>
              <a:gd name="connsiteY4" fmla="*/ 4975124 h 6887499"/>
              <a:gd name="connsiteX5" fmla="*/ 3326817 w 5958655"/>
              <a:gd name="connsiteY5" fmla="*/ 6858001 h 6887499"/>
              <a:gd name="connsiteX6" fmla="*/ 0 w 5958655"/>
              <a:gd name="connsiteY6" fmla="*/ 6887499 h 6887499"/>
              <a:gd name="connsiteX7" fmla="*/ 3477413 w 5958655"/>
              <a:gd name="connsiteY7" fmla="*/ 3438834 h 6887499"/>
              <a:gd name="connsiteX8" fmla="*/ 68826 w 5958655"/>
              <a:gd name="connsiteY8" fmla="*/ 1 h 6887499"/>
              <a:gd name="connsiteX0" fmla="*/ 68826 w 5958655"/>
              <a:gd name="connsiteY0" fmla="*/ 1 h 6887499"/>
              <a:gd name="connsiteX1" fmla="*/ 3277657 w 5958655"/>
              <a:gd name="connsiteY1" fmla="*/ 0 h 6887499"/>
              <a:gd name="connsiteX2" fmla="*/ 5378552 w 5958655"/>
              <a:gd name="connsiteY2" fmla="*/ 2084440 h 6887499"/>
              <a:gd name="connsiteX3" fmla="*/ 5958655 w 5958655"/>
              <a:gd name="connsiteY3" fmla="*/ 3451124 h 6887499"/>
              <a:gd name="connsiteX4" fmla="*/ 5181907 w 5958655"/>
              <a:gd name="connsiteY4" fmla="*/ 4975124 h 6887499"/>
              <a:gd name="connsiteX5" fmla="*/ 3307153 w 5958655"/>
              <a:gd name="connsiteY5" fmla="*/ 6887498 h 6887499"/>
              <a:gd name="connsiteX6" fmla="*/ 0 w 5958655"/>
              <a:gd name="connsiteY6" fmla="*/ 6887499 h 6887499"/>
              <a:gd name="connsiteX7" fmla="*/ 3477413 w 5958655"/>
              <a:gd name="connsiteY7" fmla="*/ 3438834 h 6887499"/>
              <a:gd name="connsiteX8" fmla="*/ 68826 w 5958655"/>
              <a:gd name="connsiteY8" fmla="*/ 1 h 6887499"/>
              <a:gd name="connsiteX0" fmla="*/ 68826 w 5988152"/>
              <a:gd name="connsiteY0" fmla="*/ 1 h 6887499"/>
              <a:gd name="connsiteX1" fmla="*/ 3277657 w 5988152"/>
              <a:gd name="connsiteY1" fmla="*/ 0 h 6887499"/>
              <a:gd name="connsiteX2" fmla="*/ 5378552 w 5988152"/>
              <a:gd name="connsiteY2" fmla="*/ 2084440 h 6887499"/>
              <a:gd name="connsiteX3" fmla="*/ 5988152 w 5988152"/>
              <a:gd name="connsiteY3" fmla="*/ 3451124 h 6887499"/>
              <a:gd name="connsiteX4" fmla="*/ 5181907 w 5988152"/>
              <a:gd name="connsiteY4" fmla="*/ 4975124 h 6887499"/>
              <a:gd name="connsiteX5" fmla="*/ 3307153 w 5988152"/>
              <a:gd name="connsiteY5" fmla="*/ 6887498 h 6887499"/>
              <a:gd name="connsiteX6" fmla="*/ 0 w 5988152"/>
              <a:gd name="connsiteY6" fmla="*/ 6887499 h 6887499"/>
              <a:gd name="connsiteX7" fmla="*/ 3477413 w 5988152"/>
              <a:gd name="connsiteY7" fmla="*/ 3438834 h 6887499"/>
              <a:gd name="connsiteX8" fmla="*/ 68826 w 5988152"/>
              <a:gd name="connsiteY8" fmla="*/ 1 h 6887499"/>
              <a:gd name="connsiteX0" fmla="*/ 68826 w 5988152"/>
              <a:gd name="connsiteY0" fmla="*/ 1 h 6887499"/>
              <a:gd name="connsiteX1" fmla="*/ 3277657 w 5988152"/>
              <a:gd name="connsiteY1" fmla="*/ 0 h 6887499"/>
              <a:gd name="connsiteX2" fmla="*/ 5378552 w 5988152"/>
              <a:gd name="connsiteY2" fmla="*/ 2084440 h 6887499"/>
              <a:gd name="connsiteX3" fmla="*/ 5988152 w 5988152"/>
              <a:gd name="connsiteY3" fmla="*/ 3451124 h 6887499"/>
              <a:gd name="connsiteX4" fmla="*/ 5181907 w 5988152"/>
              <a:gd name="connsiteY4" fmla="*/ 4975124 h 6887499"/>
              <a:gd name="connsiteX5" fmla="*/ 3307153 w 5988152"/>
              <a:gd name="connsiteY5" fmla="*/ 6887498 h 6887499"/>
              <a:gd name="connsiteX6" fmla="*/ 0 w 5988152"/>
              <a:gd name="connsiteY6" fmla="*/ 6887499 h 6887499"/>
              <a:gd name="connsiteX7" fmla="*/ 3457748 w 5988152"/>
              <a:gd name="connsiteY7" fmla="*/ 3429002 h 6887499"/>
              <a:gd name="connsiteX8" fmla="*/ 68826 w 5988152"/>
              <a:gd name="connsiteY8" fmla="*/ 1 h 6887499"/>
              <a:gd name="connsiteX0" fmla="*/ 68826 w 5988152"/>
              <a:gd name="connsiteY0" fmla="*/ 1 h 6897330"/>
              <a:gd name="connsiteX1" fmla="*/ 3277657 w 5988152"/>
              <a:gd name="connsiteY1" fmla="*/ 0 h 6897330"/>
              <a:gd name="connsiteX2" fmla="*/ 5378552 w 5988152"/>
              <a:gd name="connsiteY2" fmla="*/ 2084440 h 6897330"/>
              <a:gd name="connsiteX3" fmla="*/ 5988152 w 5988152"/>
              <a:gd name="connsiteY3" fmla="*/ 3451124 h 6897330"/>
              <a:gd name="connsiteX4" fmla="*/ 5181907 w 5988152"/>
              <a:gd name="connsiteY4" fmla="*/ 4975124 h 6897330"/>
              <a:gd name="connsiteX5" fmla="*/ 3336650 w 5988152"/>
              <a:gd name="connsiteY5" fmla="*/ 6897330 h 6897330"/>
              <a:gd name="connsiteX6" fmla="*/ 0 w 5988152"/>
              <a:gd name="connsiteY6" fmla="*/ 6887499 h 6897330"/>
              <a:gd name="connsiteX7" fmla="*/ 3457748 w 5988152"/>
              <a:gd name="connsiteY7" fmla="*/ 3429002 h 6897330"/>
              <a:gd name="connsiteX8" fmla="*/ 68826 w 5988152"/>
              <a:gd name="connsiteY8" fmla="*/ 1 h 6897330"/>
              <a:gd name="connsiteX0" fmla="*/ 68826 w 5988152"/>
              <a:gd name="connsiteY0" fmla="*/ 1 h 6897330"/>
              <a:gd name="connsiteX1" fmla="*/ 3277657 w 5988152"/>
              <a:gd name="connsiteY1" fmla="*/ 0 h 6897330"/>
              <a:gd name="connsiteX2" fmla="*/ 5368719 w 5988152"/>
              <a:gd name="connsiteY2" fmla="*/ 2054943 h 6897330"/>
              <a:gd name="connsiteX3" fmla="*/ 5988152 w 5988152"/>
              <a:gd name="connsiteY3" fmla="*/ 3451124 h 6897330"/>
              <a:gd name="connsiteX4" fmla="*/ 5181907 w 5988152"/>
              <a:gd name="connsiteY4" fmla="*/ 4975124 h 6897330"/>
              <a:gd name="connsiteX5" fmla="*/ 3336650 w 5988152"/>
              <a:gd name="connsiteY5" fmla="*/ 6897330 h 6897330"/>
              <a:gd name="connsiteX6" fmla="*/ 0 w 5988152"/>
              <a:gd name="connsiteY6" fmla="*/ 6887499 h 6897330"/>
              <a:gd name="connsiteX7" fmla="*/ 3457748 w 5988152"/>
              <a:gd name="connsiteY7" fmla="*/ 3429002 h 6897330"/>
              <a:gd name="connsiteX8" fmla="*/ 68826 w 5988152"/>
              <a:gd name="connsiteY8" fmla="*/ 1 h 6897330"/>
              <a:gd name="connsiteX0" fmla="*/ 68826 w 5988152"/>
              <a:gd name="connsiteY0" fmla="*/ 9834 h 6907163"/>
              <a:gd name="connsiteX1" fmla="*/ 3297321 w 5988152"/>
              <a:gd name="connsiteY1" fmla="*/ 0 h 6907163"/>
              <a:gd name="connsiteX2" fmla="*/ 5368719 w 5988152"/>
              <a:gd name="connsiteY2" fmla="*/ 2064776 h 6907163"/>
              <a:gd name="connsiteX3" fmla="*/ 5988152 w 5988152"/>
              <a:gd name="connsiteY3" fmla="*/ 3460957 h 6907163"/>
              <a:gd name="connsiteX4" fmla="*/ 5181907 w 5988152"/>
              <a:gd name="connsiteY4" fmla="*/ 4984957 h 6907163"/>
              <a:gd name="connsiteX5" fmla="*/ 3336650 w 5988152"/>
              <a:gd name="connsiteY5" fmla="*/ 6907163 h 6907163"/>
              <a:gd name="connsiteX6" fmla="*/ 0 w 5988152"/>
              <a:gd name="connsiteY6" fmla="*/ 6897332 h 6907163"/>
              <a:gd name="connsiteX7" fmla="*/ 3457748 w 5988152"/>
              <a:gd name="connsiteY7" fmla="*/ 3438835 h 6907163"/>
              <a:gd name="connsiteX8" fmla="*/ 68826 w 5988152"/>
              <a:gd name="connsiteY8" fmla="*/ 9834 h 6907163"/>
              <a:gd name="connsiteX0" fmla="*/ 29497 w 5988152"/>
              <a:gd name="connsiteY0" fmla="*/ 2 h 6907163"/>
              <a:gd name="connsiteX1" fmla="*/ 3297321 w 5988152"/>
              <a:gd name="connsiteY1" fmla="*/ 0 h 6907163"/>
              <a:gd name="connsiteX2" fmla="*/ 5368719 w 5988152"/>
              <a:gd name="connsiteY2" fmla="*/ 2064776 h 6907163"/>
              <a:gd name="connsiteX3" fmla="*/ 5988152 w 5988152"/>
              <a:gd name="connsiteY3" fmla="*/ 3460957 h 6907163"/>
              <a:gd name="connsiteX4" fmla="*/ 5181907 w 5988152"/>
              <a:gd name="connsiteY4" fmla="*/ 4984957 h 6907163"/>
              <a:gd name="connsiteX5" fmla="*/ 3336650 w 5988152"/>
              <a:gd name="connsiteY5" fmla="*/ 6907163 h 6907163"/>
              <a:gd name="connsiteX6" fmla="*/ 0 w 5988152"/>
              <a:gd name="connsiteY6" fmla="*/ 6897332 h 6907163"/>
              <a:gd name="connsiteX7" fmla="*/ 3457748 w 5988152"/>
              <a:gd name="connsiteY7" fmla="*/ 3438835 h 6907163"/>
              <a:gd name="connsiteX8" fmla="*/ 29497 w 5988152"/>
              <a:gd name="connsiteY8" fmla="*/ 2 h 6907163"/>
            </a:gdLst>
            <a:ahLst/>
            <a:cxnLst/>
            <a:rect l="l" t="t" r="r" b="b"/>
            <a:pathLst>
              <a:path w="5988152" h="6907163">
                <a:moveTo>
                  <a:pt x="29497" y="2"/>
                </a:moveTo>
                <a:lnTo>
                  <a:pt x="3297321" y="0"/>
                </a:lnTo>
                <a:lnTo>
                  <a:pt x="5368719" y="2064776"/>
                </a:lnTo>
                <a:cubicBezTo>
                  <a:pt x="5555532" y="2284363"/>
                  <a:pt x="5958656" y="2631770"/>
                  <a:pt x="5988152" y="3460957"/>
                </a:cubicBezTo>
                <a:cubicBezTo>
                  <a:pt x="5896384" y="4185267"/>
                  <a:pt x="5716127" y="4388466"/>
                  <a:pt x="5181907" y="4984957"/>
                </a:cubicBezTo>
                <a:lnTo>
                  <a:pt x="3336650" y="6907163"/>
                </a:lnTo>
                <a:lnTo>
                  <a:pt x="0" y="6897332"/>
                </a:lnTo>
                <a:lnTo>
                  <a:pt x="3457748" y="3438835"/>
                </a:lnTo>
                <a:lnTo>
                  <a:pt x="29497" y="2"/>
                </a:lnTo>
                <a:close/>
              </a:path>
            </a:pathLst>
          </a:custGeom>
        </p:spPr>
        <p:txBody>
          <a:bodyPr anchor="ctr"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t>Optional image placeholder  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rg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143625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1B7A7B62-E4FA-0C40-A066-4DBE6DB245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1" y="2047875"/>
            <a:ext cx="10763250" cy="2495550"/>
          </a:xfrm>
        </p:spPr>
        <p:txBody>
          <a:bodyPr anchor="t">
            <a:normAutofit/>
          </a:bodyPr>
          <a:lstStyle>
            <a:lvl1pPr algn="ctr">
              <a:buNone/>
              <a:defRPr sz="5400" b="1">
                <a:solidFill>
                  <a:schemeClr val="bg1"/>
                </a:solidFill>
              </a:defRPr>
            </a:lvl1pPr>
          </a:lstStyle>
          <a:p>
            <a:r>
              <a:t>CLICK TO ENTER LARGE QUOTE OR STATEMENT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3583AC-A3A3-DE42-ACEA-C74EF92C675A}"/>
              </a:ext>
            </a:extLst>
          </p:cNvPr>
          <p:cNvSpPr>
            <a:spLocks noGrp="1"/>
          </p:cNvSpPr>
          <p:nvPr/>
        </p:nvSpPr>
        <p:spPr>
          <a:xfrm>
            <a:off x="5815013" y="1733550"/>
            <a:ext cx="561975" cy="66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A984374-E8BD-934B-B3E1-DA4F1A05ABC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buNone/>
              <a:defRPr sz="1600">
                <a:solidFill>
                  <a:srgbClr val="333333"/>
                </a:solidFill>
              </a:defRPr>
            </a:lvl1pPr>
          </a:lstStyle>
          <a:p>
            <a:fld id="{2FA352AA-8A82-6049-B18F-07539F444994}" type="slidenum">
              <a:t>‹#›</a:t>
            </a:fld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2C16EB-8D34-2246-8B97-962D2F45F1F5}"/>
              </a:ext>
            </a:extLst>
          </p:cNvPr>
          <p:cNvSpPr>
            <a:spLocks noGrp="1"/>
          </p:cNvSpPr>
          <p:nvPr/>
        </p:nvSpPr>
        <p:spPr>
          <a:xfrm>
            <a:off x="619125" y="6457950"/>
            <a:ext cx="2727029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>
                <a:solidFill>
                  <a:schemeClr val="accent3"/>
                </a:solidFill>
              </a:rPr>
              <a:t>© Presidio, Inc. All rights reserved. Proprietary and Confidential. 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97D3A3F-0158-44D1-8774-A12672C2F8DF}"/>
              </a:ext>
            </a:extLst>
          </p:cNvPr>
          <p:cNvSpPr>
            <a:spLocks noGrp="1"/>
          </p:cNvSpPr>
          <p:nvPr/>
        </p:nv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7" name="Graphic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34888" y="6391274"/>
            <a:ext cx="1333508" cy="1905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ody Slide_2">
    <p:bg>
      <p:bgPr>
        <a:blipFill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6DB9F39-F50C-7E61-D620-47A3288D2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14" y="238125"/>
            <a:ext cx="11058525" cy="976313"/>
          </a:xfrm>
        </p:spPr>
        <p:txBody>
          <a:bodyPr>
            <a:normAutofit/>
          </a:bodyPr>
          <a:lstStyle>
            <a:lvl1pPr>
              <a:buNone/>
              <a:defRPr sz="36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D3C2-28CA-034B-84E3-B20D631ADB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0" y="1990726"/>
            <a:ext cx="6475625" cy="2833982"/>
          </a:xfrm>
        </p:spPr>
        <p:txBody>
          <a:bodyPr anchor="b"/>
          <a:lstStyle>
            <a:lvl1pPr algn="l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r>
              <a:t>Click to add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129FD-65BB-3C46-A192-5B4CE0EF1A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5278732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add subtext</a:t>
            </a:r>
          </a:p>
        </p:txBody>
      </p:sp>
      <p:pic>
        <p:nvPicPr>
          <p:cNvPr id="21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518" y="652689"/>
            <a:ext cx="2030128" cy="290018"/>
          </a:xfrm>
          <a:prstGeom prst="rect">
            <a:avLst/>
          </a:prstGeom>
        </p:spPr>
      </p:pic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B9C34D9B-E65E-4125-9944-EE7BDE9B6E97}"/>
              </a:ext>
            </a:extLst>
          </p:cNvPr>
          <p:cNvSpPr>
            <a:spLocks noGrp="1"/>
          </p:cNvSpPr>
          <p:nvPr/>
        </p:nvSpPr>
        <p:spPr>
          <a:xfrm>
            <a:off x="666750" y="5038725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ligh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D3C2-28CA-034B-84E3-B20D631ADB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0" y="1990726"/>
            <a:ext cx="6475625" cy="2833982"/>
          </a:xfrm>
        </p:spPr>
        <p:txBody>
          <a:bodyPr anchor="b"/>
          <a:lstStyle>
            <a:lvl1pPr algn="l">
              <a:buNone/>
              <a:defRPr sz="6000" b="1">
                <a:solidFill>
                  <a:srgbClr val="333333"/>
                </a:solidFill>
              </a:defRPr>
            </a:lvl1pPr>
          </a:lstStyle>
          <a:p>
            <a:r>
              <a:t>Click to add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129FD-65BB-3C46-A192-5B4CE0EF1A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5278732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add subtext</a:t>
            </a:r>
          </a:p>
        </p:txBody>
      </p:sp>
      <p:pic>
        <p:nvPicPr>
          <p:cNvPr id="21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518" y="652689"/>
            <a:ext cx="2030128" cy="290018"/>
          </a:xfrm>
          <a:prstGeom prst="rect">
            <a:avLst/>
          </a:prstGeom>
        </p:spPr>
      </p:pic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74C43EC2-D999-4003-A85E-1DE741EE0D42}"/>
              </a:ext>
            </a:extLst>
          </p:cNvPr>
          <p:cNvSpPr>
            <a:spLocks noGrp="1"/>
          </p:cNvSpPr>
          <p:nvPr/>
        </p:nvSpPr>
        <p:spPr>
          <a:xfrm>
            <a:off x="666750" y="1227121"/>
            <a:ext cx="476250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2 Blu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D3C2-28CA-034B-84E3-B20D631ADB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0" y="2076449"/>
            <a:ext cx="10533275" cy="2071983"/>
          </a:xfrm>
        </p:spPr>
        <p:txBody>
          <a:bodyPr anchor="b"/>
          <a:lstStyle>
            <a:lvl1pPr algn="l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r>
              <a:t>Click to add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129FD-65BB-3C46-A192-5B4CE0EF1A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4573882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add subtext</a:t>
            </a:r>
          </a:p>
        </p:txBody>
      </p:sp>
      <p:pic>
        <p:nvPicPr>
          <p:cNvPr id="21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518" y="652689"/>
            <a:ext cx="2030128" cy="290018"/>
          </a:xfrm>
          <a:prstGeom prst="rect">
            <a:avLst/>
          </a:prstGeom>
        </p:spPr>
      </p:pic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57C48219-307C-45C2-BDCB-F9655676E3BE}"/>
              </a:ext>
            </a:extLst>
          </p:cNvPr>
          <p:cNvSpPr>
            <a:spLocks noGrp="1"/>
          </p:cNvSpPr>
          <p:nvPr/>
        </p:nvSpPr>
        <p:spPr>
          <a:xfrm>
            <a:off x="666750" y="4333875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2 Grey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B129FD-65BB-3C46-A192-5B4CE0EF1A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4573882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add subtext</a:t>
            </a:r>
          </a:p>
        </p:txBody>
      </p:sp>
      <p:pic>
        <p:nvPicPr>
          <p:cNvPr id="20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518" y="652689"/>
            <a:ext cx="2030128" cy="290018"/>
          </a:xfrm>
          <a:prstGeom prst="rect">
            <a:avLst/>
          </a:prstGeom>
        </p:spPr>
      </p:pic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6E74F4D8-6559-4796-8B05-00C280325016}"/>
              </a:ext>
            </a:extLst>
          </p:cNvPr>
          <p:cNvSpPr>
            <a:spLocks noGrp="1"/>
          </p:cNvSpPr>
          <p:nvPr/>
        </p:nvSpPr>
        <p:spPr>
          <a:xfrm>
            <a:off x="666750" y="4333875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787DFAF-873C-E749-975D-0F54A1DD7A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0" y="2076449"/>
            <a:ext cx="10533275" cy="2071983"/>
          </a:xfrm>
        </p:spPr>
        <p:txBody>
          <a:bodyPr anchor="b"/>
          <a:lstStyle>
            <a:lvl1pPr algn="l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r>
              <a:t>Click to add presentation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616A542-795E-044F-9C8C-130D310B5A01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 flipH="1">
            <a:off x="8301805" y="3853403"/>
            <a:ext cx="3239830" cy="3004598"/>
          </a:xfrm>
          <a:custGeom>
            <a:avLst/>
            <a:gdLst>
              <a:gd name="connsiteX0" fmla="*/ 0 w 3192104"/>
              <a:gd name="connsiteY0" fmla="*/ 3239729 h 3239729"/>
              <a:gd name="connsiteX1" fmla="*/ 0 w 3192104"/>
              <a:gd name="connsiteY1" fmla="*/ 0 h 3239729"/>
              <a:gd name="connsiteX2" fmla="*/ 3192104 w 3192104"/>
              <a:gd name="connsiteY2" fmla="*/ 3239729 h 3239729"/>
              <a:gd name="connsiteX3" fmla="*/ 0 w 3192104"/>
              <a:gd name="connsiteY3" fmla="*/ 3239729 h 3239729"/>
              <a:gd name="connsiteX0" fmla="*/ 0 w 3192104"/>
              <a:gd name="connsiteY0" fmla="*/ 3035078 h 3035078"/>
              <a:gd name="connsiteX1" fmla="*/ 209006 w 3192104"/>
              <a:gd name="connsiteY1" fmla="*/ 0 h 3035078"/>
              <a:gd name="connsiteX2" fmla="*/ 3192104 w 3192104"/>
              <a:gd name="connsiteY2" fmla="*/ 3035078 h 3035078"/>
              <a:gd name="connsiteX3" fmla="*/ 0 w 3192104"/>
              <a:gd name="connsiteY3" fmla="*/ 3035078 h 3035078"/>
              <a:gd name="connsiteX0" fmla="*/ 0 w 3192104"/>
              <a:gd name="connsiteY0" fmla="*/ 3035078 h 3035078"/>
              <a:gd name="connsiteX1" fmla="*/ 209006 w 3192104"/>
              <a:gd name="connsiteY1" fmla="*/ 0 h 3035078"/>
              <a:gd name="connsiteX2" fmla="*/ 3192104 w 3192104"/>
              <a:gd name="connsiteY2" fmla="*/ 3035078 h 3035078"/>
              <a:gd name="connsiteX3" fmla="*/ 0 w 3192104"/>
              <a:gd name="connsiteY3" fmla="*/ 3035078 h 3035078"/>
              <a:gd name="connsiteX0" fmla="*/ 49066 w 3241170"/>
              <a:gd name="connsiteY0" fmla="*/ 3035078 h 3035078"/>
              <a:gd name="connsiteX1" fmla="*/ 258072 w 3241170"/>
              <a:gd name="connsiteY1" fmla="*/ 0 h 3035078"/>
              <a:gd name="connsiteX2" fmla="*/ 3241170 w 3241170"/>
              <a:gd name="connsiteY2" fmla="*/ 3035078 h 3035078"/>
              <a:gd name="connsiteX3" fmla="*/ 49066 w 3241170"/>
              <a:gd name="connsiteY3" fmla="*/ 3035078 h 3035078"/>
              <a:gd name="connsiteX0" fmla="*/ 47726 w 3239830"/>
              <a:gd name="connsiteY0" fmla="*/ 3004598 h 3004598"/>
              <a:gd name="connsiteX1" fmla="*/ 261086 w 3239830"/>
              <a:gd name="connsiteY1" fmla="*/ 0 h 3004598"/>
              <a:gd name="connsiteX2" fmla="*/ 3239830 w 3239830"/>
              <a:gd name="connsiteY2" fmla="*/ 3004598 h 3004598"/>
              <a:gd name="connsiteX3" fmla="*/ 47726 w 3239830"/>
              <a:gd name="connsiteY3" fmla="*/ 3004598 h 3004598"/>
            </a:gdLst>
            <a:ahLst/>
            <a:cxnLst/>
            <a:rect l="l" t="t" r="r" b="b"/>
            <a:pathLst>
              <a:path w="3239830" h="3004598">
                <a:moveTo>
                  <a:pt x="47726" y="3004598"/>
                </a:moveTo>
                <a:cubicBezTo>
                  <a:pt x="-26297" y="2445751"/>
                  <a:pt x="-52423" y="1207636"/>
                  <a:pt x="261086" y="0"/>
                </a:cubicBezTo>
                <a:lnTo>
                  <a:pt x="3239830" y="3004598"/>
                </a:lnTo>
                <a:lnTo>
                  <a:pt x="47726" y="3004598"/>
                </a:lnTo>
                <a:close/>
              </a:path>
            </a:pathLst>
          </a:custGeom>
        </p:spPr>
        <p:txBody>
          <a:bodyPr anchor="ctr">
            <a:norm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t>Optional</a:t>
            </a:r>
          </a:p>
          <a:p>
            <a:r>
              <a:t>Image Placeholder</a:t>
            </a: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 3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D3C2-28CA-034B-84E3-B20D631ADB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0" y="1434164"/>
            <a:ext cx="6491567" cy="1985255"/>
          </a:xfrm>
        </p:spPr>
        <p:txBody>
          <a:bodyPr anchor="b"/>
          <a:lstStyle>
            <a:lvl1pPr algn="l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r>
              <a:t>Click to add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129FD-65BB-3C46-A192-5B4CE0EF1A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3873444"/>
            <a:ext cx="5940863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add subtext</a:t>
            </a:r>
          </a:p>
        </p:txBody>
      </p:sp>
      <p:pic>
        <p:nvPicPr>
          <p:cNvPr id="26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518" y="5917708"/>
            <a:ext cx="2030128" cy="290018"/>
          </a:xfrm>
          <a:prstGeom prst="rect">
            <a:avLst/>
          </a:prstGeom>
        </p:spPr>
      </p:pic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76F3E3F2-21B3-4DC9-B0B8-CA2813361682}"/>
              </a:ext>
            </a:extLst>
          </p:cNvPr>
          <p:cNvSpPr>
            <a:spLocks noGrp="1"/>
          </p:cNvSpPr>
          <p:nvPr/>
        </p:nvSpPr>
        <p:spPr>
          <a:xfrm>
            <a:off x="666750" y="3633437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8" name="Graphic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2442" y="544749"/>
            <a:ext cx="275478" cy="165286"/>
          </a:xfrm>
          <a:prstGeom prst="rect">
            <a:avLst/>
          </a:prstGeom>
        </p:spPr>
      </p:pic>
      <p:pic>
        <p:nvPicPr>
          <p:cNvPr id="29" name="Graphic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5299" y="524935"/>
            <a:ext cx="220382" cy="202017"/>
          </a:xfrm>
          <a:prstGeom prst="rect">
            <a:avLst/>
          </a:prstGeom>
        </p:spPr>
      </p:pic>
      <p:pic>
        <p:nvPicPr>
          <p:cNvPr id="30" name="Graphic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59863" y="488835"/>
            <a:ext cx="189773" cy="220382"/>
          </a:xfrm>
          <a:prstGeom prst="rect">
            <a:avLst/>
          </a:prstGeom>
        </p:spPr>
      </p:pic>
      <p:pic>
        <p:nvPicPr>
          <p:cNvPr id="31" name="Graphic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88428" y="491690"/>
            <a:ext cx="238747" cy="232625"/>
          </a:xfrm>
          <a:prstGeom prst="rect">
            <a:avLst/>
          </a:prstGeom>
        </p:spPr>
      </p:pic>
      <p:pic>
        <p:nvPicPr>
          <p:cNvPr id="32" name="Graphic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56356" y="512174"/>
            <a:ext cx="238747" cy="2081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5FD4-BFC8-2645-80C5-257E7C349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482725"/>
            <a:ext cx="4857751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334BC-9620-1342-AFAF-71B69675765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81725" y="1482725"/>
            <a:ext cx="52578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98872BA3-7806-A643-9FE8-1CB1CD1A7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 anchor="ctr">
            <a:normAutofit/>
          </a:bodyPr>
          <a:lstStyle>
            <a:lvl1pPr>
              <a:buNone/>
              <a:defRPr sz="3600" b="1"/>
            </a:lvl1pPr>
          </a:lstStyle>
          <a:p>
            <a:r>
              <a:t>Click to edit Master title style</a:t>
            </a:r>
          </a:p>
        </p:txBody>
      </p:sp>
      <p:pic>
        <p:nvPicPr>
          <p:cNvPr id="28" name="Graphic 2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279915"/>
            <a:ext cx="400385" cy="864831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7B8F143-7118-4D4F-8348-D631A3E33F4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buNone/>
              <a:defRPr sz="1600">
                <a:solidFill>
                  <a:srgbClr val="333333"/>
                </a:solidFill>
              </a:defRPr>
            </a:lvl1pPr>
          </a:lstStyle>
          <a:p>
            <a:fld id="{2FA352AA-8A82-6049-B18F-07539F444994}" type="slidenum">
              <a:t>‹#›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ED0AE0-CE70-5443-B2C3-4F227BB64963}"/>
              </a:ext>
            </a:extLst>
          </p:cNvPr>
          <p:cNvSpPr>
            <a:spLocks noGrp="1"/>
          </p:cNvSpPr>
          <p:nvPr/>
        </p:nvSpPr>
        <p:spPr>
          <a:xfrm>
            <a:off x="619125" y="6457950"/>
            <a:ext cx="2727029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>
                <a:solidFill>
                  <a:schemeClr val="accent3"/>
                </a:solidFill>
              </a:rPr>
              <a:t>© Presidio, Inc. All rights reserved. Proprietary and Confidential. 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6932CAD7-723F-4568-989C-3B90FB9BE75F}"/>
              </a:ext>
            </a:extLst>
          </p:cNvPr>
          <p:cNvSpPr>
            <a:spLocks noGrp="1"/>
          </p:cNvSpPr>
          <p:nvPr/>
        </p:nv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32" name="Graphic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34888" y="6391274"/>
            <a:ext cx="1333508" cy="1905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1B7A7B62-E4FA-0C40-A066-4DBE6DB2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 anchor="ctr">
            <a:normAutofit/>
          </a:bodyPr>
          <a:lstStyle>
            <a:lvl1pPr>
              <a:buNone/>
              <a:defRPr sz="3600" b="1"/>
            </a:lvl1pPr>
          </a:lstStyle>
          <a:p>
            <a:r>
              <a:t>Click to edit Master title style</a:t>
            </a:r>
          </a:p>
        </p:txBody>
      </p:sp>
      <p:pic>
        <p:nvPicPr>
          <p:cNvPr id="21" name="Graphic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279915"/>
            <a:ext cx="400385" cy="8648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C21650-0D40-9844-94AA-AAF6B8123D81}"/>
              </a:ext>
            </a:extLst>
          </p:cNvPr>
          <p:cNvSpPr>
            <a:spLocks noGrp="1"/>
          </p:cNvSpPr>
          <p:nvPr/>
        </p:nvSpPr>
        <p:spPr>
          <a:xfrm>
            <a:off x="619125" y="6457950"/>
            <a:ext cx="2727029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>
                <a:solidFill>
                  <a:schemeClr val="accent3"/>
                </a:solidFill>
              </a:rPr>
              <a:t>© Presidio, Inc. All rights reserved. Proprietary and Confidential. 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CEBA66D4-3238-4953-8A6B-7C7D1047D380}"/>
              </a:ext>
            </a:extLst>
          </p:cNvPr>
          <p:cNvSpPr>
            <a:spLocks noGrp="1"/>
          </p:cNvSpPr>
          <p:nvPr/>
        </p:nv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4" name="Graphic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34888" y="6391274"/>
            <a:ext cx="1333508" cy="1905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A2293-94DB-4C41-BC14-9D00ABE46DB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buNone/>
              <a:defRPr sz="1600">
                <a:solidFill>
                  <a:srgbClr val="333333"/>
                </a:solidFill>
              </a:defRPr>
            </a:lvl1pPr>
          </a:lstStyle>
          <a:p>
            <a:fld id="{2FA352AA-8A82-6049-B18F-07539F444994}" type="slidenum">
              <a:t>‹#›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5A33D0-E3C4-1249-A9A8-CE90075382D9}"/>
              </a:ext>
            </a:extLst>
          </p:cNvPr>
          <p:cNvSpPr>
            <a:spLocks noGrp="1"/>
          </p:cNvSpPr>
          <p:nvPr/>
        </p:nvSpPr>
        <p:spPr>
          <a:xfrm>
            <a:off x="619125" y="6457950"/>
            <a:ext cx="2727029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>
                <a:solidFill>
                  <a:schemeClr val="accent3"/>
                </a:solidFill>
              </a:rPr>
              <a:t>© Presidio, Inc. All rights reserved. Proprietary and Confidential. 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0D4B2073-33AE-4D00-8D16-A51391F524E6}"/>
              </a:ext>
            </a:extLst>
          </p:cNvPr>
          <p:cNvSpPr>
            <a:spLocks noGrp="1"/>
          </p:cNvSpPr>
          <p:nvPr/>
        </p:nv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13" name="Graphic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34888" y="6391274"/>
            <a:ext cx="1333508" cy="1905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ction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1B7A7B62-E4FA-0C40-A066-4DBE6DB2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719" y="2212262"/>
            <a:ext cx="5913669" cy="2495550"/>
          </a:xfrm>
        </p:spPr>
        <p:txBody>
          <a:bodyPr anchor="ctr">
            <a:normAutofit/>
          </a:bodyPr>
          <a:lstStyle>
            <a:lvl1pPr algn="l">
              <a:buNone/>
              <a:defRPr sz="4800" b="1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77521F-CA41-3349-A979-B92FC9D11EFA}"/>
              </a:ext>
            </a:extLst>
          </p:cNvPr>
          <p:cNvSpPr>
            <a:spLocks noGrp="1"/>
          </p:cNvSpPr>
          <p:nvPr/>
        </p:nvSpPr>
        <p:spPr>
          <a:xfrm>
            <a:off x="897640" y="1662436"/>
            <a:ext cx="561975" cy="66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F7111F-64BB-2942-918D-AA61750291FC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8465905" y="2373817"/>
            <a:ext cx="2117974" cy="211599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t>Optional</a:t>
            </a:r>
          </a:p>
          <a:p>
            <a:r>
              <a:t>Image Placeholder</a:t>
            </a: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ection Slide">
    <p:bg>
      <p:bgPr>
        <a:blipFill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3BDA60-7599-314C-A4A1-E40BDBCBCCB4}"/>
              </a:ext>
            </a:extLst>
          </p:cNvPr>
          <p:cNvSpPr>
            <a:spLocks noGrp="1"/>
          </p:cNvSpPr>
          <p:nvPr/>
        </p:nvSpPr>
        <p:spPr>
          <a:xfrm>
            <a:off x="896938" y="1662113"/>
            <a:ext cx="561975" cy="66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AC86FB0-9087-4FD3-AD3C-45ED13001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720" y="2212262"/>
            <a:ext cx="5783040" cy="2495550"/>
          </a:xfrm>
        </p:spPr>
        <p:txBody>
          <a:bodyPr>
            <a:normAutofit/>
          </a:bodyPr>
          <a:lstStyle>
            <a:lvl1pPr algn="l">
              <a:buNone/>
              <a:defRPr sz="4800" b="1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00CE3F-070A-4D33-86E0-36FCA667FEEF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8465905" y="2373817"/>
            <a:ext cx="2117974" cy="211599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hapter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CCB05-224A-0346-975F-00A282C7F4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685925"/>
            <a:ext cx="6092825" cy="1990725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add Chapter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4DF266-627C-9640-953A-219268AFE48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98525" y="3922714"/>
            <a:ext cx="6083300" cy="7921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subtext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2CFC91AD-D170-4C23-B7F4-41D10DC96ADA}"/>
              </a:ext>
            </a:extLst>
          </p:cNvPr>
          <p:cNvSpPr>
            <a:spLocks noGrp="1"/>
          </p:cNvSpPr>
          <p:nvPr/>
        </p:nvSpPr>
        <p:spPr>
          <a:xfrm>
            <a:off x="1009650" y="3790950"/>
            <a:ext cx="390525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594EE29-B8BC-B04B-A1C3-A7F618959D73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017035" y="-9834"/>
            <a:ext cx="5988152" cy="6907163"/>
          </a:xfrm>
          <a:custGeom>
            <a:avLst/>
            <a:gdLst>
              <a:gd name="connsiteX0" fmla="*/ 0 w 6656746"/>
              <a:gd name="connsiteY0" fmla="*/ 0 h 6858000"/>
              <a:gd name="connsiteX1" fmla="*/ 3248159 w 6656746"/>
              <a:gd name="connsiteY1" fmla="*/ 0 h 6858000"/>
              <a:gd name="connsiteX2" fmla="*/ 6656746 w 6656746"/>
              <a:gd name="connsiteY2" fmla="*/ 3429000 h 6858000"/>
              <a:gd name="connsiteX3" fmla="*/ 3248159 w 6656746"/>
              <a:gd name="connsiteY3" fmla="*/ 6858000 h 6858000"/>
              <a:gd name="connsiteX4" fmla="*/ 0 w 6656746"/>
              <a:gd name="connsiteY4" fmla="*/ 6858000 h 6858000"/>
              <a:gd name="connsiteX5" fmla="*/ 3408587 w 6656746"/>
              <a:gd name="connsiteY5" fmla="*/ 3429000 h 6858000"/>
              <a:gd name="connsiteX6" fmla="*/ 0 w 6656746"/>
              <a:gd name="connsiteY6" fmla="*/ 0 h 6858000"/>
              <a:gd name="connsiteX0" fmla="*/ 0 w 6656746"/>
              <a:gd name="connsiteY0" fmla="*/ 0 h 6858000"/>
              <a:gd name="connsiteX1" fmla="*/ 3248159 w 6656746"/>
              <a:gd name="connsiteY1" fmla="*/ 0 h 6858000"/>
              <a:gd name="connsiteX2" fmla="*/ 6656746 w 6656746"/>
              <a:gd name="connsiteY2" fmla="*/ 3429000 h 6858000"/>
              <a:gd name="connsiteX3" fmla="*/ 5103249 w 6656746"/>
              <a:gd name="connsiteY3" fmla="*/ 4975123 h 6858000"/>
              <a:gd name="connsiteX4" fmla="*/ 3248159 w 6656746"/>
              <a:gd name="connsiteY4" fmla="*/ 6858000 h 6858000"/>
              <a:gd name="connsiteX5" fmla="*/ 0 w 6656746"/>
              <a:gd name="connsiteY5" fmla="*/ 6858000 h 6858000"/>
              <a:gd name="connsiteX6" fmla="*/ 3408587 w 6656746"/>
              <a:gd name="connsiteY6" fmla="*/ 3429000 h 6858000"/>
              <a:gd name="connsiteX7" fmla="*/ 0 w 6656746"/>
              <a:gd name="connsiteY7" fmla="*/ 0 h 6858000"/>
              <a:gd name="connsiteX0" fmla="*/ 0 w 6656746"/>
              <a:gd name="connsiteY0" fmla="*/ 0 h 6858000"/>
              <a:gd name="connsiteX1" fmla="*/ 3248159 w 6656746"/>
              <a:gd name="connsiteY1" fmla="*/ 0 h 6858000"/>
              <a:gd name="connsiteX2" fmla="*/ 5299894 w 6656746"/>
              <a:gd name="connsiteY2" fmla="*/ 2084439 h 6858000"/>
              <a:gd name="connsiteX3" fmla="*/ 6656746 w 6656746"/>
              <a:gd name="connsiteY3" fmla="*/ 3429000 h 6858000"/>
              <a:gd name="connsiteX4" fmla="*/ 5103249 w 6656746"/>
              <a:gd name="connsiteY4" fmla="*/ 4975123 h 6858000"/>
              <a:gd name="connsiteX5" fmla="*/ 3248159 w 6656746"/>
              <a:gd name="connsiteY5" fmla="*/ 6858000 h 6858000"/>
              <a:gd name="connsiteX6" fmla="*/ 0 w 6656746"/>
              <a:gd name="connsiteY6" fmla="*/ 6858000 h 6858000"/>
              <a:gd name="connsiteX7" fmla="*/ 3408587 w 6656746"/>
              <a:gd name="connsiteY7" fmla="*/ 3429000 h 6858000"/>
              <a:gd name="connsiteX8" fmla="*/ 0 w 6656746"/>
              <a:gd name="connsiteY8" fmla="*/ 0 h 6858000"/>
              <a:gd name="connsiteX0" fmla="*/ 0 w 5299894"/>
              <a:gd name="connsiteY0" fmla="*/ 0 h 6858000"/>
              <a:gd name="connsiteX1" fmla="*/ 3248159 w 5299894"/>
              <a:gd name="connsiteY1" fmla="*/ 0 h 6858000"/>
              <a:gd name="connsiteX2" fmla="*/ 5299894 w 5299894"/>
              <a:gd name="connsiteY2" fmla="*/ 2084439 h 6858000"/>
              <a:gd name="connsiteX3" fmla="*/ 5103249 w 5299894"/>
              <a:gd name="connsiteY3" fmla="*/ 4975123 h 6858000"/>
              <a:gd name="connsiteX4" fmla="*/ 3248159 w 5299894"/>
              <a:gd name="connsiteY4" fmla="*/ 6858000 h 6858000"/>
              <a:gd name="connsiteX5" fmla="*/ 0 w 5299894"/>
              <a:gd name="connsiteY5" fmla="*/ 6858000 h 6858000"/>
              <a:gd name="connsiteX6" fmla="*/ 3408587 w 5299894"/>
              <a:gd name="connsiteY6" fmla="*/ 3429000 h 6858000"/>
              <a:gd name="connsiteX7" fmla="*/ 0 w 5299894"/>
              <a:gd name="connsiteY7" fmla="*/ 0 h 6858000"/>
              <a:gd name="connsiteX0" fmla="*/ 0 w 5880987"/>
              <a:gd name="connsiteY0" fmla="*/ 0 h 6858000"/>
              <a:gd name="connsiteX1" fmla="*/ 3248159 w 5880987"/>
              <a:gd name="connsiteY1" fmla="*/ 0 h 6858000"/>
              <a:gd name="connsiteX2" fmla="*/ 5299894 w 5880987"/>
              <a:gd name="connsiteY2" fmla="*/ 2084439 h 6858000"/>
              <a:gd name="connsiteX3" fmla="*/ 5879997 w 5880987"/>
              <a:gd name="connsiteY3" fmla="*/ 3451123 h 6858000"/>
              <a:gd name="connsiteX4" fmla="*/ 5103249 w 5880987"/>
              <a:gd name="connsiteY4" fmla="*/ 4975123 h 6858000"/>
              <a:gd name="connsiteX5" fmla="*/ 3248159 w 5880987"/>
              <a:gd name="connsiteY5" fmla="*/ 6858000 h 6858000"/>
              <a:gd name="connsiteX6" fmla="*/ 0 w 5880987"/>
              <a:gd name="connsiteY6" fmla="*/ 6858000 h 6858000"/>
              <a:gd name="connsiteX7" fmla="*/ 3408587 w 5880987"/>
              <a:gd name="connsiteY7" fmla="*/ 3429000 h 6858000"/>
              <a:gd name="connsiteX8" fmla="*/ 0 w 588098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198998 w 5879997"/>
              <a:gd name="connsiteY1" fmla="*/ 29497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60 w 5879997"/>
              <a:gd name="connsiteY1" fmla="*/ 39329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18663 w 5879997"/>
              <a:gd name="connsiteY1" fmla="*/ 19664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29497 w 5909494"/>
              <a:gd name="connsiteY0" fmla="*/ 0 h 6867833"/>
              <a:gd name="connsiteX1" fmla="*/ 3248160 w 5909494"/>
              <a:gd name="connsiteY1" fmla="*/ 19664 h 6867833"/>
              <a:gd name="connsiteX2" fmla="*/ 5329391 w 5909494"/>
              <a:gd name="connsiteY2" fmla="*/ 2084439 h 6867833"/>
              <a:gd name="connsiteX3" fmla="*/ 5909494 w 5909494"/>
              <a:gd name="connsiteY3" fmla="*/ 3451123 h 6867833"/>
              <a:gd name="connsiteX4" fmla="*/ 5132746 w 5909494"/>
              <a:gd name="connsiteY4" fmla="*/ 4975123 h 6867833"/>
              <a:gd name="connsiteX5" fmla="*/ 3277656 w 5909494"/>
              <a:gd name="connsiteY5" fmla="*/ 6858000 h 6867833"/>
              <a:gd name="connsiteX6" fmla="*/ 0 w 5909494"/>
              <a:gd name="connsiteY6" fmla="*/ 6867833 h 6867833"/>
              <a:gd name="connsiteX7" fmla="*/ 3438084 w 5909494"/>
              <a:gd name="connsiteY7" fmla="*/ 3429000 h 6867833"/>
              <a:gd name="connsiteX8" fmla="*/ 29497 w 5909494"/>
              <a:gd name="connsiteY8" fmla="*/ 0 h 6867833"/>
              <a:gd name="connsiteX0" fmla="*/ 19665 w 5909494"/>
              <a:gd name="connsiteY0" fmla="*/ 0 h 6867833"/>
              <a:gd name="connsiteX1" fmla="*/ 3248160 w 5909494"/>
              <a:gd name="connsiteY1" fmla="*/ 19664 h 6867833"/>
              <a:gd name="connsiteX2" fmla="*/ 5329391 w 5909494"/>
              <a:gd name="connsiteY2" fmla="*/ 2084439 h 6867833"/>
              <a:gd name="connsiteX3" fmla="*/ 5909494 w 5909494"/>
              <a:gd name="connsiteY3" fmla="*/ 3451123 h 6867833"/>
              <a:gd name="connsiteX4" fmla="*/ 5132746 w 5909494"/>
              <a:gd name="connsiteY4" fmla="*/ 4975123 h 6867833"/>
              <a:gd name="connsiteX5" fmla="*/ 3277656 w 5909494"/>
              <a:gd name="connsiteY5" fmla="*/ 6858000 h 6867833"/>
              <a:gd name="connsiteX6" fmla="*/ 0 w 5909494"/>
              <a:gd name="connsiteY6" fmla="*/ 6867833 h 6867833"/>
              <a:gd name="connsiteX7" fmla="*/ 3438084 w 5909494"/>
              <a:gd name="connsiteY7" fmla="*/ 3429000 h 6867833"/>
              <a:gd name="connsiteX8" fmla="*/ 19665 w 5909494"/>
              <a:gd name="connsiteY8" fmla="*/ 0 h 6867833"/>
              <a:gd name="connsiteX0" fmla="*/ 19665 w 5909494"/>
              <a:gd name="connsiteY0" fmla="*/ 1 h 6867834"/>
              <a:gd name="connsiteX1" fmla="*/ 3228496 w 5909494"/>
              <a:gd name="connsiteY1" fmla="*/ 0 h 6867834"/>
              <a:gd name="connsiteX2" fmla="*/ 5329391 w 5909494"/>
              <a:gd name="connsiteY2" fmla="*/ 2084440 h 6867834"/>
              <a:gd name="connsiteX3" fmla="*/ 5909494 w 5909494"/>
              <a:gd name="connsiteY3" fmla="*/ 3451124 h 6867834"/>
              <a:gd name="connsiteX4" fmla="*/ 5132746 w 5909494"/>
              <a:gd name="connsiteY4" fmla="*/ 4975124 h 6867834"/>
              <a:gd name="connsiteX5" fmla="*/ 3277656 w 5909494"/>
              <a:gd name="connsiteY5" fmla="*/ 6858001 h 6867834"/>
              <a:gd name="connsiteX6" fmla="*/ 0 w 5909494"/>
              <a:gd name="connsiteY6" fmla="*/ 6867834 h 6867834"/>
              <a:gd name="connsiteX7" fmla="*/ 3438084 w 5909494"/>
              <a:gd name="connsiteY7" fmla="*/ 3429001 h 6867834"/>
              <a:gd name="connsiteX8" fmla="*/ 19665 w 5909494"/>
              <a:gd name="connsiteY8" fmla="*/ 1 h 6867834"/>
              <a:gd name="connsiteX0" fmla="*/ 68826 w 5958655"/>
              <a:gd name="connsiteY0" fmla="*/ 1 h 6887499"/>
              <a:gd name="connsiteX1" fmla="*/ 3277657 w 5958655"/>
              <a:gd name="connsiteY1" fmla="*/ 0 h 6887499"/>
              <a:gd name="connsiteX2" fmla="*/ 5378552 w 5958655"/>
              <a:gd name="connsiteY2" fmla="*/ 2084440 h 6887499"/>
              <a:gd name="connsiteX3" fmla="*/ 5958655 w 5958655"/>
              <a:gd name="connsiteY3" fmla="*/ 3451124 h 6887499"/>
              <a:gd name="connsiteX4" fmla="*/ 5181907 w 5958655"/>
              <a:gd name="connsiteY4" fmla="*/ 4975124 h 6887499"/>
              <a:gd name="connsiteX5" fmla="*/ 3326817 w 5958655"/>
              <a:gd name="connsiteY5" fmla="*/ 6858001 h 6887499"/>
              <a:gd name="connsiteX6" fmla="*/ 0 w 5958655"/>
              <a:gd name="connsiteY6" fmla="*/ 6887499 h 6887499"/>
              <a:gd name="connsiteX7" fmla="*/ 3487245 w 5958655"/>
              <a:gd name="connsiteY7" fmla="*/ 3429001 h 6887499"/>
              <a:gd name="connsiteX8" fmla="*/ 68826 w 5958655"/>
              <a:gd name="connsiteY8" fmla="*/ 1 h 6887499"/>
              <a:gd name="connsiteX0" fmla="*/ 68826 w 5958655"/>
              <a:gd name="connsiteY0" fmla="*/ 1 h 6887499"/>
              <a:gd name="connsiteX1" fmla="*/ 3277657 w 5958655"/>
              <a:gd name="connsiteY1" fmla="*/ 0 h 6887499"/>
              <a:gd name="connsiteX2" fmla="*/ 5378552 w 5958655"/>
              <a:gd name="connsiteY2" fmla="*/ 2084440 h 6887499"/>
              <a:gd name="connsiteX3" fmla="*/ 5958655 w 5958655"/>
              <a:gd name="connsiteY3" fmla="*/ 3451124 h 6887499"/>
              <a:gd name="connsiteX4" fmla="*/ 5181907 w 5958655"/>
              <a:gd name="connsiteY4" fmla="*/ 4975124 h 6887499"/>
              <a:gd name="connsiteX5" fmla="*/ 3326817 w 5958655"/>
              <a:gd name="connsiteY5" fmla="*/ 6858001 h 6887499"/>
              <a:gd name="connsiteX6" fmla="*/ 0 w 5958655"/>
              <a:gd name="connsiteY6" fmla="*/ 6887499 h 6887499"/>
              <a:gd name="connsiteX7" fmla="*/ 3477413 w 5958655"/>
              <a:gd name="connsiteY7" fmla="*/ 3438834 h 6887499"/>
              <a:gd name="connsiteX8" fmla="*/ 68826 w 5958655"/>
              <a:gd name="connsiteY8" fmla="*/ 1 h 6887499"/>
              <a:gd name="connsiteX0" fmla="*/ 68826 w 5958655"/>
              <a:gd name="connsiteY0" fmla="*/ 1 h 6887499"/>
              <a:gd name="connsiteX1" fmla="*/ 3277657 w 5958655"/>
              <a:gd name="connsiteY1" fmla="*/ 0 h 6887499"/>
              <a:gd name="connsiteX2" fmla="*/ 5378552 w 5958655"/>
              <a:gd name="connsiteY2" fmla="*/ 2084440 h 6887499"/>
              <a:gd name="connsiteX3" fmla="*/ 5958655 w 5958655"/>
              <a:gd name="connsiteY3" fmla="*/ 3451124 h 6887499"/>
              <a:gd name="connsiteX4" fmla="*/ 5181907 w 5958655"/>
              <a:gd name="connsiteY4" fmla="*/ 4975124 h 6887499"/>
              <a:gd name="connsiteX5" fmla="*/ 3307153 w 5958655"/>
              <a:gd name="connsiteY5" fmla="*/ 6887498 h 6887499"/>
              <a:gd name="connsiteX6" fmla="*/ 0 w 5958655"/>
              <a:gd name="connsiteY6" fmla="*/ 6887499 h 6887499"/>
              <a:gd name="connsiteX7" fmla="*/ 3477413 w 5958655"/>
              <a:gd name="connsiteY7" fmla="*/ 3438834 h 6887499"/>
              <a:gd name="connsiteX8" fmla="*/ 68826 w 5958655"/>
              <a:gd name="connsiteY8" fmla="*/ 1 h 6887499"/>
              <a:gd name="connsiteX0" fmla="*/ 68826 w 5988152"/>
              <a:gd name="connsiteY0" fmla="*/ 1 h 6887499"/>
              <a:gd name="connsiteX1" fmla="*/ 3277657 w 5988152"/>
              <a:gd name="connsiteY1" fmla="*/ 0 h 6887499"/>
              <a:gd name="connsiteX2" fmla="*/ 5378552 w 5988152"/>
              <a:gd name="connsiteY2" fmla="*/ 2084440 h 6887499"/>
              <a:gd name="connsiteX3" fmla="*/ 5988152 w 5988152"/>
              <a:gd name="connsiteY3" fmla="*/ 3451124 h 6887499"/>
              <a:gd name="connsiteX4" fmla="*/ 5181907 w 5988152"/>
              <a:gd name="connsiteY4" fmla="*/ 4975124 h 6887499"/>
              <a:gd name="connsiteX5" fmla="*/ 3307153 w 5988152"/>
              <a:gd name="connsiteY5" fmla="*/ 6887498 h 6887499"/>
              <a:gd name="connsiteX6" fmla="*/ 0 w 5988152"/>
              <a:gd name="connsiteY6" fmla="*/ 6887499 h 6887499"/>
              <a:gd name="connsiteX7" fmla="*/ 3477413 w 5988152"/>
              <a:gd name="connsiteY7" fmla="*/ 3438834 h 6887499"/>
              <a:gd name="connsiteX8" fmla="*/ 68826 w 5988152"/>
              <a:gd name="connsiteY8" fmla="*/ 1 h 6887499"/>
              <a:gd name="connsiteX0" fmla="*/ 68826 w 5988152"/>
              <a:gd name="connsiteY0" fmla="*/ 1 h 6887499"/>
              <a:gd name="connsiteX1" fmla="*/ 3277657 w 5988152"/>
              <a:gd name="connsiteY1" fmla="*/ 0 h 6887499"/>
              <a:gd name="connsiteX2" fmla="*/ 5378552 w 5988152"/>
              <a:gd name="connsiteY2" fmla="*/ 2084440 h 6887499"/>
              <a:gd name="connsiteX3" fmla="*/ 5988152 w 5988152"/>
              <a:gd name="connsiteY3" fmla="*/ 3451124 h 6887499"/>
              <a:gd name="connsiteX4" fmla="*/ 5181907 w 5988152"/>
              <a:gd name="connsiteY4" fmla="*/ 4975124 h 6887499"/>
              <a:gd name="connsiteX5" fmla="*/ 3307153 w 5988152"/>
              <a:gd name="connsiteY5" fmla="*/ 6887498 h 6887499"/>
              <a:gd name="connsiteX6" fmla="*/ 0 w 5988152"/>
              <a:gd name="connsiteY6" fmla="*/ 6887499 h 6887499"/>
              <a:gd name="connsiteX7" fmla="*/ 3457748 w 5988152"/>
              <a:gd name="connsiteY7" fmla="*/ 3429002 h 6887499"/>
              <a:gd name="connsiteX8" fmla="*/ 68826 w 5988152"/>
              <a:gd name="connsiteY8" fmla="*/ 1 h 6887499"/>
              <a:gd name="connsiteX0" fmla="*/ 68826 w 5988152"/>
              <a:gd name="connsiteY0" fmla="*/ 1 h 6897330"/>
              <a:gd name="connsiteX1" fmla="*/ 3277657 w 5988152"/>
              <a:gd name="connsiteY1" fmla="*/ 0 h 6897330"/>
              <a:gd name="connsiteX2" fmla="*/ 5378552 w 5988152"/>
              <a:gd name="connsiteY2" fmla="*/ 2084440 h 6897330"/>
              <a:gd name="connsiteX3" fmla="*/ 5988152 w 5988152"/>
              <a:gd name="connsiteY3" fmla="*/ 3451124 h 6897330"/>
              <a:gd name="connsiteX4" fmla="*/ 5181907 w 5988152"/>
              <a:gd name="connsiteY4" fmla="*/ 4975124 h 6897330"/>
              <a:gd name="connsiteX5" fmla="*/ 3336650 w 5988152"/>
              <a:gd name="connsiteY5" fmla="*/ 6897330 h 6897330"/>
              <a:gd name="connsiteX6" fmla="*/ 0 w 5988152"/>
              <a:gd name="connsiteY6" fmla="*/ 6887499 h 6897330"/>
              <a:gd name="connsiteX7" fmla="*/ 3457748 w 5988152"/>
              <a:gd name="connsiteY7" fmla="*/ 3429002 h 6897330"/>
              <a:gd name="connsiteX8" fmla="*/ 68826 w 5988152"/>
              <a:gd name="connsiteY8" fmla="*/ 1 h 6897330"/>
              <a:gd name="connsiteX0" fmla="*/ 68826 w 5988152"/>
              <a:gd name="connsiteY0" fmla="*/ 1 h 6897330"/>
              <a:gd name="connsiteX1" fmla="*/ 3277657 w 5988152"/>
              <a:gd name="connsiteY1" fmla="*/ 0 h 6897330"/>
              <a:gd name="connsiteX2" fmla="*/ 5368719 w 5988152"/>
              <a:gd name="connsiteY2" fmla="*/ 2054943 h 6897330"/>
              <a:gd name="connsiteX3" fmla="*/ 5988152 w 5988152"/>
              <a:gd name="connsiteY3" fmla="*/ 3451124 h 6897330"/>
              <a:gd name="connsiteX4" fmla="*/ 5181907 w 5988152"/>
              <a:gd name="connsiteY4" fmla="*/ 4975124 h 6897330"/>
              <a:gd name="connsiteX5" fmla="*/ 3336650 w 5988152"/>
              <a:gd name="connsiteY5" fmla="*/ 6897330 h 6897330"/>
              <a:gd name="connsiteX6" fmla="*/ 0 w 5988152"/>
              <a:gd name="connsiteY6" fmla="*/ 6887499 h 6897330"/>
              <a:gd name="connsiteX7" fmla="*/ 3457748 w 5988152"/>
              <a:gd name="connsiteY7" fmla="*/ 3429002 h 6897330"/>
              <a:gd name="connsiteX8" fmla="*/ 68826 w 5988152"/>
              <a:gd name="connsiteY8" fmla="*/ 1 h 6897330"/>
              <a:gd name="connsiteX0" fmla="*/ 68826 w 5988152"/>
              <a:gd name="connsiteY0" fmla="*/ 9834 h 6907163"/>
              <a:gd name="connsiteX1" fmla="*/ 3297321 w 5988152"/>
              <a:gd name="connsiteY1" fmla="*/ 0 h 6907163"/>
              <a:gd name="connsiteX2" fmla="*/ 5368719 w 5988152"/>
              <a:gd name="connsiteY2" fmla="*/ 2064776 h 6907163"/>
              <a:gd name="connsiteX3" fmla="*/ 5988152 w 5988152"/>
              <a:gd name="connsiteY3" fmla="*/ 3460957 h 6907163"/>
              <a:gd name="connsiteX4" fmla="*/ 5181907 w 5988152"/>
              <a:gd name="connsiteY4" fmla="*/ 4984957 h 6907163"/>
              <a:gd name="connsiteX5" fmla="*/ 3336650 w 5988152"/>
              <a:gd name="connsiteY5" fmla="*/ 6907163 h 6907163"/>
              <a:gd name="connsiteX6" fmla="*/ 0 w 5988152"/>
              <a:gd name="connsiteY6" fmla="*/ 6897332 h 6907163"/>
              <a:gd name="connsiteX7" fmla="*/ 3457748 w 5988152"/>
              <a:gd name="connsiteY7" fmla="*/ 3438835 h 6907163"/>
              <a:gd name="connsiteX8" fmla="*/ 68826 w 5988152"/>
              <a:gd name="connsiteY8" fmla="*/ 9834 h 6907163"/>
              <a:gd name="connsiteX0" fmla="*/ 29497 w 5988152"/>
              <a:gd name="connsiteY0" fmla="*/ 2 h 6907163"/>
              <a:gd name="connsiteX1" fmla="*/ 3297321 w 5988152"/>
              <a:gd name="connsiteY1" fmla="*/ 0 h 6907163"/>
              <a:gd name="connsiteX2" fmla="*/ 5368719 w 5988152"/>
              <a:gd name="connsiteY2" fmla="*/ 2064776 h 6907163"/>
              <a:gd name="connsiteX3" fmla="*/ 5988152 w 5988152"/>
              <a:gd name="connsiteY3" fmla="*/ 3460957 h 6907163"/>
              <a:gd name="connsiteX4" fmla="*/ 5181907 w 5988152"/>
              <a:gd name="connsiteY4" fmla="*/ 4984957 h 6907163"/>
              <a:gd name="connsiteX5" fmla="*/ 3336650 w 5988152"/>
              <a:gd name="connsiteY5" fmla="*/ 6907163 h 6907163"/>
              <a:gd name="connsiteX6" fmla="*/ 0 w 5988152"/>
              <a:gd name="connsiteY6" fmla="*/ 6897332 h 6907163"/>
              <a:gd name="connsiteX7" fmla="*/ 3457748 w 5988152"/>
              <a:gd name="connsiteY7" fmla="*/ 3438835 h 6907163"/>
              <a:gd name="connsiteX8" fmla="*/ 29497 w 5988152"/>
              <a:gd name="connsiteY8" fmla="*/ 2 h 6907163"/>
            </a:gdLst>
            <a:ahLst/>
            <a:cxnLst/>
            <a:rect l="l" t="t" r="r" b="b"/>
            <a:pathLst>
              <a:path w="5988152" h="6907163">
                <a:moveTo>
                  <a:pt x="29497" y="2"/>
                </a:moveTo>
                <a:lnTo>
                  <a:pt x="3297321" y="0"/>
                </a:lnTo>
                <a:lnTo>
                  <a:pt x="5368719" y="2064776"/>
                </a:lnTo>
                <a:cubicBezTo>
                  <a:pt x="5555532" y="2284363"/>
                  <a:pt x="5958656" y="2631770"/>
                  <a:pt x="5988152" y="3460957"/>
                </a:cubicBezTo>
                <a:cubicBezTo>
                  <a:pt x="5896384" y="4185267"/>
                  <a:pt x="5716127" y="4388466"/>
                  <a:pt x="5181907" y="4984957"/>
                </a:cubicBezTo>
                <a:lnTo>
                  <a:pt x="3336650" y="6907163"/>
                </a:lnTo>
                <a:lnTo>
                  <a:pt x="0" y="6897332"/>
                </a:lnTo>
                <a:lnTo>
                  <a:pt x="3457748" y="3438835"/>
                </a:lnTo>
                <a:lnTo>
                  <a:pt x="29497" y="2"/>
                </a:lnTo>
                <a:close/>
              </a:path>
            </a:pathLst>
          </a:custGeom>
        </p:spPr>
        <p:txBody>
          <a:bodyPr anchor="ctr"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t>Optional image placeholder  </a:t>
            </a: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rg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143625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1B7A7B62-E4FA-0C40-A066-4DBE6DB245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1" y="2047875"/>
            <a:ext cx="10763250" cy="2495550"/>
          </a:xfrm>
        </p:spPr>
        <p:txBody>
          <a:bodyPr anchor="t">
            <a:normAutofit/>
          </a:bodyPr>
          <a:lstStyle>
            <a:lvl1pPr algn="ctr">
              <a:buNone/>
              <a:defRPr sz="5400" b="1">
                <a:solidFill>
                  <a:schemeClr val="bg1"/>
                </a:solidFill>
              </a:defRPr>
            </a:lvl1pPr>
          </a:lstStyle>
          <a:p>
            <a:r>
              <a:t>CLICK TO ENTER LARGE QUOTE OR STATEMENT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3583AC-A3A3-DE42-ACEA-C74EF92C675A}"/>
              </a:ext>
            </a:extLst>
          </p:cNvPr>
          <p:cNvSpPr>
            <a:spLocks noGrp="1"/>
          </p:cNvSpPr>
          <p:nvPr/>
        </p:nvSpPr>
        <p:spPr>
          <a:xfrm>
            <a:off x="5815013" y="1733550"/>
            <a:ext cx="561975" cy="66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A984374-E8BD-934B-B3E1-DA4F1A05ABC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buNone/>
              <a:defRPr sz="1600">
                <a:solidFill>
                  <a:srgbClr val="333333"/>
                </a:solidFill>
              </a:defRPr>
            </a:lvl1pPr>
          </a:lstStyle>
          <a:p>
            <a:fld id="{2FA352AA-8A82-6049-B18F-07539F444994}" type="slidenum">
              <a:t>‹#›</a:t>
            </a:fld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2C16EB-8D34-2246-8B97-962D2F45F1F5}"/>
              </a:ext>
            </a:extLst>
          </p:cNvPr>
          <p:cNvSpPr>
            <a:spLocks noGrp="1"/>
          </p:cNvSpPr>
          <p:nvPr/>
        </p:nvSpPr>
        <p:spPr>
          <a:xfrm>
            <a:off x="619125" y="6457950"/>
            <a:ext cx="2727029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>
                <a:solidFill>
                  <a:schemeClr val="accent3"/>
                </a:solidFill>
              </a:rPr>
              <a:t>© Presidio, Inc. All rights reserved. Proprietary and Confidential. 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C83BF35E-9BF1-4D15-8146-22E64712D060}"/>
              </a:ext>
            </a:extLst>
          </p:cNvPr>
          <p:cNvSpPr>
            <a:spLocks noGrp="1"/>
          </p:cNvSpPr>
          <p:nvPr/>
        </p:nv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7" name="Graphic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34888" y="6391274"/>
            <a:ext cx="1333508" cy="1905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ody Slide_2">
    <p:bg>
      <p:bgPr>
        <a:blipFill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6DB9F39-F50C-7E61-D620-47A3288D2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14" y="238125"/>
            <a:ext cx="11058525" cy="976313"/>
          </a:xfrm>
        </p:spPr>
        <p:txBody>
          <a:bodyPr>
            <a:normAutofit/>
          </a:bodyPr>
          <a:lstStyle>
            <a:lvl1pPr>
              <a:buNone/>
              <a:defRPr sz="36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D3C2-28CA-034B-84E3-B20D631ADB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0" y="1990726"/>
            <a:ext cx="6475625" cy="2833982"/>
          </a:xfrm>
        </p:spPr>
        <p:txBody>
          <a:bodyPr anchor="b"/>
          <a:lstStyle>
            <a:lvl1pPr algn="l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r>
              <a:t>Click to add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129FD-65BB-3C46-A192-5B4CE0EF1A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5278732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add subtext</a:t>
            </a:r>
          </a:p>
        </p:txBody>
      </p:sp>
      <p:pic>
        <p:nvPicPr>
          <p:cNvPr id="21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518" y="652689"/>
            <a:ext cx="2030128" cy="290018"/>
          </a:xfrm>
          <a:prstGeom prst="rect">
            <a:avLst/>
          </a:prstGeom>
        </p:spPr>
      </p:pic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E699C03A-0FBD-4890-8CB4-C02B969084A3}"/>
              </a:ext>
            </a:extLst>
          </p:cNvPr>
          <p:cNvSpPr>
            <a:spLocks noGrp="1"/>
          </p:cNvSpPr>
          <p:nvPr/>
        </p:nvSpPr>
        <p:spPr>
          <a:xfrm>
            <a:off x="666750" y="5038725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 ligh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D3C2-28CA-034B-84E3-B20D631ADB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0" y="1990726"/>
            <a:ext cx="6475625" cy="2833982"/>
          </a:xfrm>
        </p:spPr>
        <p:txBody>
          <a:bodyPr anchor="b"/>
          <a:lstStyle>
            <a:lvl1pPr algn="l">
              <a:buNone/>
              <a:defRPr sz="6000" b="1">
                <a:solidFill>
                  <a:srgbClr val="333333"/>
                </a:solidFill>
              </a:defRPr>
            </a:lvl1pPr>
          </a:lstStyle>
          <a:p>
            <a:r>
              <a:t>Click to add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129FD-65BB-3C46-A192-5B4CE0EF1A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5278732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add subtext</a:t>
            </a:r>
          </a:p>
        </p:txBody>
      </p:sp>
      <p:pic>
        <p:nvPicPr>
          <p:cNvPr id="21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518" y="652689"/>
            <a:ext cx="2030128" cy="290018"/>
          </a:xfrm>
          <a:prstGeom prst="rect">
            <a:avLst/>
          </a:prstGeom>
        </p:spPr>
      </p:pic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7A95B452-4E6E-4B3E-ADC7-286830EF8532}"/>
              </a:ext>
            </a:extLst>
          </p:cNvPr>
          <p:cNvSpPr>
            <a:spLocks noGrp="1"/>
          </p:cNvSpPr>
          <p:nvPr/>
        </p:nvSpPr>
        <p:spPr>
          <a:xfrm>
            <a:off x="666750" y="1227121"/>
            <a:ext cx="476250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 2 Blu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D3C2-28CA-034B-84E3-B20D631ADB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0" y="2076449"/>
            <a:ext cx="10533275" cy="2071983"/>
          </a:xfrm>
        </p:spPr>
        <p:txBody>
          <a:bodyPr anchor="b"/>
          <a:lstStyle>
            <a:lvl1pPr algn="l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r>
              <a:t>Click to add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129FD-65BB-3C46-A192-5B4CE0EF1A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4573882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add subtext</a:t>
            </a:r>
          </a:p>
        </p:txBody>
      </p:sp>
      <p:pic>
        <p:nvPicPr>
          <p:cNvPr id="21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518" y="652689"/>
            <a:ext cx="2030128" cy="290018"/>
          </a:xfrm>
          <a:prstGeom prst="rect">
            <a:avLst/>
          </a:prstGeom>
        </p:spPr>
      </p:pic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EAF59121-56D7-47CF-9A00-26432C81BA45}"/>
              </a:ext>
            </a:extLst>
          </p:cNvPr>
          <p:cNvSpPr>
            <a:spLocks noGrp="1"/>
          </p:cNvSpPr>
          <p:nvPr/>
        </p:nvSpPr>
        <p:spPr>
          <a:xfrm>
            <a:off x="666750" y="4333875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 2 Grey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B129FD-65BB-3C46-A192-5B4CE0EF1A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4573882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add subtext</a:t>
            </a:r>
          </a:p>
        </p:txBody>
      </p:sp>
      <p:pic>
        <p:nvPicPr>
          <p:cNvPr id="20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518" y="652689"/>
            <a:ext cx="2030128" cy="290018"/>
          </a:xfrm>
          <a:prstGeom prst="rect">
            <a:avLst/>
          </a:prstGeom>
        </p:spPr>
      </p:pic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2059EFDE-F099-4B3C-B393-117CA36CD9AF}"/>
              </a:ext>
            </a:extLst>
          </p:cNvPr>
          <p:cNvSpPr>
            <a:spLocks noGrp="1"/>
          </p:cNvSpPr>
          <p:nvPr/>
        </p:nvSpPr>
        <p:spPr>
          <a:xfrm>
            <a:off x="666750" y="4333875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787DFAF-873C-E749-975D-0F54A1DD7A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0" y="2076449"/>
            <a:ext cx="10533275" cy="2071983"/>
          </a:xfrm>
        </p:spPr>
        <p:txBody>
          <a:bodyPr anchor="b"/>
          <a:lstStyle>
            <a:lvl1pPr algn="l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r>
              <a:t>Click to add presentation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616A542-795E-044F-9C8C-130D310B5A01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 flipH="1">
            <a:off x="8301805" y="3853403"/>
            <a:ext cx="3239830" cy="3004598"/>
          </a:xfrm>
          <a:custGeom>
            <a:avLst/>
            <a:gdLst>
              <a:gd name="connsiteX0" fmla="*/ 0 w 3192104"/>
              <a:gd name="connsiteY0" fmla="*/ 3239729 h 3239729"/>
              <a:gd name="connsiteX1" fmla="*/ 0 w 3192104"/>
              <a:gd name="connsiteY1" fmla="*/ 0 h 3239729"/>
              <a:gd name="connsiteX2" fmla="*/ 3192104 w 3192104"/>
              <a:gd name="connsiteY2" fmla="*/ 3239729 h 3239729"/>
              <a:gd name="connsiteX3" fmla="*/ 0 w 3192104"/>
              <a:gd name="connsiteY3" fmla="*/ 3239729 h 3239729"/>
              <a:gd name="connsiteX0" fmla="*/ 0 w 3192104"/>
              <a:gd name="connsiteY0" fmla="*/ 3035078 h 3035078"/>
              <a:gd name="connsiteX1" fmla="*/ 209006 w 3192104"/>
              <a:gd name="connsiteY1" fmla="*/ 0 h 3035078"/>
              <a:gd name="connsiteX2" fmla="*/ 3192104 w 3192104"/>
              <a:gd name="connsiteY2" fmla="*/ 3035078 h 3035078"/>
              <a:gd name="connsiteX3" fmla="*/ 0 w 3192104"/>
              <a:gd name="connsiteY3" fmla="*/ 3035078 h 3035078"/>
              <a:gd name="connsiteX0" fmla="*/ 0 w 3192104"/>
              <a:gd name="connsiteY0" fmla="*/ 3035078 h 3035078"/>
              <a:gd name="connsiteX1" fmla="*/ 209006 w 3192104"/>
              <a:gd name="connsiteY1" fmla="*/ 0 h 3035078"/>
              <a:gd name="connsiteX2" fmla="*/ 3192104 w 3192104"/>
              <a:gd name="connsiteY2" fmla="*/ 3035078 h 3035078"/>
              <a:gd name="connsiteX3" fmla="*/ 0 w 3192104"/>
              <a:gd name="connsiteY3" fmla="*/ 3035078 h 3035078"/>
              <a:gd name="connsiteX0" fmla="*/ 49066 w 3241170"/>
              <a:gd name="connsiteY0" fmla="*/ 3035078 h 3035078"/>
              <a:gd name="connsiteX1" fmla="*/ 258072 w 3241170"/>
              <a:gd name="connsiteY1" fmla="*/ 0 h 3035078"/>
              <a:gd name="connsiteX2" fmla="*/ 3241170 w 3241170"/>
              <a:gd name="connsiteY2" fmla="*/ 3035078 h 3035078"/>
              <a:gd name="connsiteX3" fmla="*/ 49066 w 3241170"/>
              <a:gd name="connsiteY3" fmla="*/ 3035078 h 3035078"/>
              <a:gd name="connsiteX0" fmla="*/ 47726 w 3239830"/>
              <a:gd name="connsiteY0" fmla="*/ 3004598 h 3004598"/>
              <a:gd name="connsiteX1" fmla="*/ 261086 w 3239830"/>
              <a:gd name="connsiteY1" fmla="*/ 0 h 3004598"/>
              <a:gd name="connsiteX2" fmla="*/ 3239830 w 3239830"/>
              <a:gd name="connsiteY2" fmla="*/ 3004598 h 3004598"/>
              <a:gd name="connsiteX3" fmla="*/ 47726 w 3239830"/>
              <a:gd name="connsiteY3" fmla="*/ 3004598 h 3004598"/>
            </a:gdLst>
            <a:ahLst/>
            <a:cxnLst/>
            <a:rect l="l" t="t" r="r" b="b"/>
            <a:pathLst>
              <a:path w="3239830" h="3004598">
                <a:moveTo>
                  <a:pt x="47726" y="3004598"/>
                </a:moveTo>
                <a:cubicBezTo>
                  <a:pt x="-26297" y="2445751"/>
                  <a:pt x="-52423" y="1207636"/>
                  <a:pt x="261086" y="0"/>
                </a:cubicBezTo>
                <a:lnTo>
                  <a:pt x="3239830" y="3004598"/>
                </a:lnTo>
                <a:lnTo>
                  <a:pt x="47726" y="3004598"/>
                </a:lnTo>
                <a:close/>
              </a:path>
            </a:pathLst>
          </a:custGeom>
        </p:spPr>
        <p:txBody>
          <a:bodyPr anchor="ctr">
            <a:norm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t>Optional</a:t>
            </a:r>
          </a:p>
          <a:p>
            <a:r>
              <a:t>Image Placeholder</a:t>
            </a: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 3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D3C2-28CA-034B-84E3-B20D631ADB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0" y="1434164"/>
            <a:ext cx="6491567" cy="1985255"/>
          </a:xfrm>
        </p:spPr>
        <p:txBody>
          <a:bodyPr anchor="b"/>
          <a:lstStyle>
            <a:lvl1pPr algn="l">
              <a:buNone/>
              <a:defRPr sz="6000" b="1">
                <a:solidFill>
                  <a:schemeClr val="bg1"/>
                </a:solidFill>
              </a:defRPr>
            </a:lvl1pPr>
          </a:lstStyle>
          <a:p>
            <a:r>
              <a:t>Click to add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129FD-65BB-3C46-A192-5B4CE0EF1A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3873444"/>
            <a:ext cx="5940863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add subtext</a:t>
            </a:r>
          </a:p>
        </p:txBody>
      </p:sp>
      <p:pic>
        <p:nvPicPr>
          <p:cNvPr id="26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518" y="5917708"/>
            <a:ext cx="2030128" cy="290018"/>
          </a:xfrm>
          <a:prstGeom prst="rect">
            <a:avLst/>
          </a:prstGeom>
        </p:spPr>
      </p:pic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622C05DC-28EF-4553-ABE0-D87A37A729AD}"/>
              </a:ext>
            </a:extLst>
          </p:cNvPr>
          <p:cNvSpPr>
            <a:spLocks noGrp="1"/>
          </p:cNvSpPr>
          <p:nvPr/>
        </p:nvSpPr>
        <p:spPr>
          <a:xfrm>
            <a:off x="666750" y="3633437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8" name="Graphic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2442" y="544749"/>
            <a:ext cx="275478" cy="165286"/>
          </a:xfrm>
          <a:prstGeom prst="rect">
            <a:avLst/>
          </a:prstGeom>
        </p:spPr>
      </p:pic>
      <p:pic>
        <p:nvPicPr>
          <p:cNvPr id="29" name="Graphic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5299" y="524935"/>
            <a:ext cx="220382" cy="202017"/>
          </a:xfrm>
          <a:prstGeom prst="rect">
            <a:avLst/>
          </a:prstGeom>
        </p:spPr>
      </p:pic>
      <p:pic>
        <p:nvPicPr>
          <p:cNvPr id="30" name="Graphic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59863" y="488835"/>
            <a:ext cx="189773" cy="220382"/>
          </a:xfrm>
          <a:prstGeom prst="rect">
            <a:avLst/>
          </a:prstGeom>
        </p:spPr>
      </p:pic>
      <p:pic>
        <p:nvPicPr>
          <p:cNvPr id="31" name="Graphic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88428" y="491690"/>
            <a:ext cx="238747" cy="232625"/>
          </a:xfrm>
          <a:prstGeom prst="rect">
            <a:avLst/>
          </a:prstGeom>
        </p:spPr>
      </p:pic>
      <p:pic>
        <p:nvPicPr>
          <p:cNvPr id="32" name="Graphic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56356" y="512174"/>
            <a:ext cx="238747" cy="2081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5FD4-BFC8-2645-80C5-257E7C349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482725"/>
            <a:ext cx="4857751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334BC-9620-1342-AFAF-71B69675765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81725" y="1482725"/>
            <a:ext cx="52578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98872BA3-7806-A643-9FE8-1CB1CD1A7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 anchor="ctr">
            <a:normAutofit/>
          </a:bodyPr>
          <a:lstStyle>
            <a:lvl1pPr>
              <a:buNone/>
              <a:defRPr sz="3600" b="1"/>
            </a:lvl1pPr>
          </a:lstStyle>
          <a:p>
            <a:r>
              <a:t>Click to edit Master title style</a:t>
            </a:r>
          </a:p>
        </p:txBody>
      </p:sp>
      <p:pic>
        <p:nvPicPr>
          <p:cNvPr id="28" name="Graphic 2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279915"/>
            <a:ext cx="400385" cy="864831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7B8F143-7118-4D4F-8348-D631A3E33F4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buNone/>
              <a:defRPr sz="1600">
                <a:solidFill>
                  <a:srgbClr val="333333"/>
                </a:solidFill>
              </a:defRPr>
            </a:lvl1pPr>
          </a:lstStyle>
          <a:p>
            <a:fld id="{2FA352AA-8A82-6049-B18F-07539F444994}" type="slidenum">
              <a:t>‹#›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ED0AE0-CE70-5443-B2C3-4F227BB64963}"/>
              </a:ext>
            </a:extLst>
          </p:cNvPr>
          <p:cNvSpPr>
            <a:spLocks noGrp="1"/>
          </p:cNvSpPr>
          <p:nvPr/>
        </p:nvSpPr>
        <p:spPr>
          <a:xfrm>
            <a:off x="619125" y="6457950"/>
            <a:ext cx="2727029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>
                <a:solidFill>
                  <a:schemeClr val="accent3"/>
                </a:solidFill>
              </a:rPr>
              <a:t>© Presidio, Inc. All rights reserved. Proprietary and Confidential. 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6307F327-A826-4397-8ABB-D99C368FFFFD}"/>
              </a:ext>
            </a:extLst>
          </p:cNvPr>
          <p:cNvSpPr>
            <a:spLocks noGrp="1"/>
          </p:cNvSpPr>
          <p:nvPr/>
        </p:nv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32" name="Graphic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34888" y="6391274"/>
            <a:ext cx="1333508" cy="1905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1B7A7B62-E4FA-0C40-A066-4DBE6DB2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 anchor="ctr">
            <a:normAutofit/>
          </a:bodyPr>
          <a:lstStyle>
            <a:lvl1pPr>
              <a:buNone/>
              <a:defRPr sz="3600" b="1"/>
            </a:lvl1pPr>
          </a:lstStyle>
          <a:p>
            <a:r>
              <a:t>Click to edit Master title style</a:t>
            </a:r>
          </a:p>
        </p:txBody>
      </p:sp>
      <p:pic>
        <p:nvPicPr>
          <p:cNvPr id="21" name="Graphic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279915"/>
            <a:ext cx="400385" cy="8648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C21650-0D40-9844-94AA-AAF6B8123D81}"/>
              </a:ext>
            </a:extLst>
          </p:cNvPr>
          <p:cNvSpPr>
            <a:spLocks noGrp="1"/>
          </p:cNvSpPr>
          <p:nvPr/>
        </p:nvSpPr>
        <p:spPr>
          <a:xfrm>
            <a:off x="619125" y="6457950"/>
            <a:ext cx="2727029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>
                <a:solidFill>
                  <a:schemeClr val="accent3"/>
                </a:solidFill>
              </a:rPr>
              <a:t>© Presidio, Inc. All rights reserved. Proprietary and Confidential. 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74B264EA-082C-458D-93A2-948A30B797D1}"/>
              </a:ext>
            </a:extLst>
          </p:cNvPr>
          <p:cNvSpPr>
            <a:spLocks noGrp="1"/>
          </p:cNvSpPr>
          <p:nvPr/>
        </p:nv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pic>
        <p:nvPicPr>
          <p:cNvPr id="24" name="Graphic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34888" y="6391274"/>
            <a:ext cx="1333508" cy="1905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A2293-94DB-4C41-BC14-9D00ABE46DB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buNone/>
              <a:defRPr sz="1600">
                <a:solidFill>
                  <a:srgbClr val="333333"/>
                </a:solidFill>
              </a:defRPr>
            </a:lvl1pPr>
          </a:lstStyle>
          <a:p>
            <a:fld id="{2FA352AA-8A82-6049-B18F-07539F444994}" type="slidenum">
              <a:t>‹#›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5A33D0-E3C4-1249-A9A8-CE90075382D9}"/>
              </a:ext>
            </a:extLst>
          </p:cNvPr>
          <p:cNvSpPr>
            <a:spLocks noGrp="1"/>
          </p:cNvSpPr>
          <p:nvPr/>
        </p:nvSpPr>
        <p:spPr>
          <a:xfrm>
            <a:off x="619125" y="6457950"/>
            <a:ext cx="2727029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>
                <a:solidFill>
                  <a:schemeClr val="accent3"/>
                </a:solidFill>
              </a:rPr>
              <a:t>© Presidio, Inc. All rights reserved. Proprietary and Confidential. 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F08CF34E-3F2D-422D-8E59-269D5C5909A1}"/>
              </a:ext>
            </a:extLst>
          </p:cNvPr>
          <p:cNvSpPr>
            <a:spLocks noGrp="1"/>
          </p:cNvSpPr>
          <p:nvPr/>
        </p:nv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13" name="Graphic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34888" y="6391274"/>
            <a:ext cx="1333508" cy="1905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ection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1B7A7B62-E4FA-0C40-A066-4DBE6DB2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719" y="2212262"/>
            <a:ext cx="5913669" cy="2495550"/>
          </a:xfrm>
        </p:spPr>
        <p:txBody>
          <a:bodyPr anchor="ctr">
            <a:normAutofit/>
          </a:bodyPr>
          <a:lstStyle>
            <a:lvl1pPr algn="l">
              <a:buNone/>
              <a:defRPr sz="4800" b="1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77521F-CA41-3349-A979-B92FC9D11EFA}"/>
              </a:ext>
            </a:extLst>
          </p:cNvPr>
          <p:cNvSpPr>
            <a:spLocks noGrp="1"/>
          </p:cNvSpPr>
          <p:nvPr/>
        </p:nvSpPr>
        <p:spPr>
          <a:xfrm>
            <a:off x="897640" y="1662436"/>
            <a:ext cx="561975" cy="66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F7111F-64BB-2942-918D-AA61750291FC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8465905" y="2373817"/>
            <a:ext cx="2117974" cy="211599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t>Optional</a:t>
            </a:r>
          </a:p>
          <a:p>
            <a:r>
              <a:t>Image Placeholder</a:t>
            </a: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ection Slide">
    <p:bg>
      <p:bgPr>
        <a:blipFill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3BDA60-7599-314C-A4A1-E40BDBCBCCB4}"/>
              </a:ext>
            </a:extLst>
          </p:cNvPr>
          <p:cNvSpPr>
            <a:spLocks noGrp="1"/>
          </p:cNvSpPr>
          <p:nvPr/>
        </p:nvSpPr>
        <p:spPr>
          <a:xfrm>
            <a:off x="896938" y="1662113"/>
            <a:ext cx="561975" cy="66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09E45E2-D3DA-4893-8B20-9AF9E5C2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720" y="2212262"/>
            <a:ext cx="5783040" cy="2495550"/>
          </a:xfrm>
        </p:spPr>
        <p:txBody>
          <a:bodyPr>
            <a:normAutofit/>
          </a:bodyPr>
          <a:lstStyle>
            <a:lvl1pPr algn="l">
              <a:buNone/>
              <a:defRPr sz="4800" b="1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8142E0-BD80-46CC-A27D-672BDBFAEEF1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8465905" y="2373817"/>
            <a:ext cx="2117974" cy="211599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hapter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CCB05-224A-0346-975F-00A282C7F4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685925"/>
            <a:ext cx="6092825" cy="1990725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add Chapter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4DF266-627C-9640-953A-219268AFE48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98525" y="3922714"/>
            <a:ext cx="6083300" cy="7921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subtext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77527B34-EBFD-489F-994C-4E276565AB0B}"/>
              </a:ext>
            </a:extLst>
          </p:cNvPr>
          <p:cNvSpPr>
            <a:spLocks noGrp="1"/>
          </p:cNvSpPr>
          <p:nvPr/>
        </p:nvSpPr>
        <p:spPr>
          <a:xfrm>
            <a:off x="1009650" y="3790950"/>
            <a:ext cx="390525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594EE29-B8BC-B04B-A1C3-A7F618959D73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017035" y="-9834"/>
            <a:ext cx="5988152" cy="6907163"/>
          </a:xfrm>
          <a:custGeom>
            <a:avLst/>
            <a:gdLst>
              <a:gd name="connsiteX0" fmla="*/ 0 w 6656746"/>
              <a:gd name="connsiteY0" fmla="*/ 0 h 6858000"/>
              <a:gd name="connsiteX1" fmla="*/ 3248159 w 6656746"/>
              <a:gd name="connsiteY1" fmla="*/ 0 h 6858000"/>
              <a:gd name="connsiteX2" fmla="*/ 6656746 w 6656746"/>
              <a:gd name="connsiteY2" fmla="*/ 3429000 h 6858000"/>
              <a:gd name="connsiteX3" fmla="*/ 3248159 w 6656746"/>
              <a:gd name="connsiteY3" fmla="*/ 6858000 h 6858000"/>
              <a:gd name="connsiteX4" fmla="*/ 0 w 6656746"/>
              <a:gd name="connsiteY4" fmla="*/ 6858000 h 6858000"/>
              <a:gd name="connsiteX5" fmla="*/ 3408587 w 6656746"/>
              <a:gd name="connsiteY5" fmla="*/ 3429000 h 6858000"/>
              <a:gd name="connsiteX6" fmla="*/ 0 w 6656746"/>
              <a:gd name="connsiteY6" fmla="*/ 0 h 6858000"/>
              <a:gd name="connsiteX0" fmla="*/ 0 w 6656746"/>
              <a:gd name="connsiteY0" fmla="*/ 0 h 6858000"/>
              <a:gd name="connsiteX1" fmla="*/ 3248159 w 6656746"/>
              <a:gd name="connsiteY1" fmla="*/ 0 h 6858000"/>
              <a:gd name="connsiteX2" fmla="*/ 6656746 w 6656746"/>
              <a:gd name="connsiteY2" fmla="*/ 3429000 h 6858000"/>
              <a:gd name="connsiteX3" fmla="*/ 5103249 w 6656746"/>
              <a:gd name="connsiteY3" fmla="*/ 4975123 h 6858000"/>
              <a:gd name="connsiteX4" fmla="*/ 3248159 w 6656746"/>
              <a:gd name="connsiteY4" fmla="*/ 6858000 h 6858000"/>
              <a:gd name="connsiteX5" fmla="*/ 0 w 6656746"/>
              <a:gd name="connsiteY5" fmla="*/ 6858000 h 6858000"/>
              <a:gd name="connsiteX6" fmla="*/ 3408587 w 6656746"/>
              <a:gd name="connsiteY6" fmla="*/ 3429000 h 6858000"/>
              <a:gd name="connsiteX7" fmla="*/ 0 w 6656746"/>
              <a:gd name="connsiteY7" fmla="*/ 0 h 6858000"/>
              <a:gd name="connsiteX0" fmla="*/ 0 w 6656746"/>
              <a:gd name="connsiteY0" fmla="*/ 0 h 6858000"/>
              <a:gd name="connsiteX1" fmla="*/ 3248159 w 6656746"/>
              <a:gd name="connsiteY1" fmla="*/ 0 h 6858000"/>
              <a:gd name="connsiteX2" fmla="*/ 5299894 w 6656746"/>
              <a:gd name="connsiteY2" fmla="*/ 2084439 h 6858000"/>
              <a:gd name="connsiteX3" fmla="*/ 6656746 w 6656746"/>
              <a:gd name="connsiteY3" fmla="*/ 3429000 h 6858000"/>
              <a:gd name="connsiteX4" fmla="*/ 5103249 w 6656746"/>
              <a:gd name="connsiteY4" fmla="*/ 4975123 h 6858000"/>
              <a:gd name="connsiteX5" fmla="*/ 3248159 w 6656746"/>
              <a:gd name="connsiteY5" fmla="*/ 6858000 h 6858000"/>
              <a:gd name="connsiteX6" fmla="*/ 0 w 6656746"/>
              <a:gd name="connsiteY6" fmla="*/ 6858000 h 6858000"/>
              <a:gd name="connsiteX7" fmla="*/ 3408587 w 6656746"/>
              <a:gd name="connsiteY7" fmla="*/ 3429000 h 6858000"/>
              <a:gd name="connsiteX8" fmla="*/ 0 w 6656746"/>
              <a:gd name="connsiteY8" fmla="*/ 0 h 6858000"/>
              <a:gd name="connsiteX0" fmla="*/ 0 w 5299894"/>
              <a:gd name="connsiteY0" fmla="*/ 0 h 6858000"/>
              <a:gd name="connsiteX1" fmla="*/ 3248159 w 5299894"/>
              <a:gd name="connsiteY1" fmla="*/ 0 h 6858000"/>
              <a:gd name="connsiteX2" fmla="*/ 5299894 w 5299894"/>
              <a:gd name="connsiteY2" fmla="*/ 2084439 h 6858000"/>
              <a:gd name="connsiteX3" fmla="*/ 5103249 w 5299894"/>
              <a:gd name="connsiteY3" fmla="*/ 4975123 h 6858000"/>
              <a:gd name="connsiteX4" fmla="*/ 3248159 w 5299894"/>
              <a:gd name="connsiteY4" fmla="*/ 6858000 h 6858000"/>
              <a:gd name="connsiteX5" fmla="*/ 0 w 5299894"/>
              <a:gd name="connsiteY5" fmla="*/ 6858000 h 6858000"/>
              <a:gd name="connsiteX6" fmla="*/ 3408587 w 5299894"/>
              <a:gd name="connsiteY6" fmla="*/ 3429000 h 6858000"/>
              <a:gd name="connsiteX7" fmla="*/ 0 w 5299894"/>
              <a:gd name="connsiteY7" fmla="*/ 0 h 6858000"/>
              <a:gd name="connsiteX0" fmla="*/ 0 w 5880987"/>
              <a:gd name="connsiteY0" fmla="*/ 0 h 6858000"/>
              <a:gd name="connsiteX1" fmla="*/ 3248159 w 5880987"/>
              <a:gd name="connsiteY1" fmla="*/ 0 h 6858000"/>
              <a:gd name="connsiteX2" fmla="*/ 5299894 w 5880987"/>
              <a:gd name="connsiteY2" fmla="*/ 2084439 h 6858000"/>
              <a:gd name="connsiteX3" fmla="*/ 5879997 w 5880987"/>
              <a:gd name="connsiteY3" fmla="*/ 3451123 h 6858000"/>
              <a:gd name="connsiteX4" fmla="*/ 5103249 w 5880987"/>
              <a:gd name="connsiteY4" fmla="*/ 4975123 h 6858000"/>
              <a:gd name="connsiteX5" fmla="*/ 3248159 w 5880987"/>
              <a:gd name="connsiteY5" fmla="*/ 6858000 h 6858000"/>
              <a:gd name="connsiteX6" fmla="*/ 0 w 5880987"/>
              <a:gd name="connsiteY6" fmla="*/ 6858000 h 6858000"/>
              <a:gd name="connsiteX7" fmla="*/ 3408587 w 5880987"/>
              <a:gd name="connsiteY7" fmla="*/ 3429000 h 6858000"/>
              <a:gd name="connsiteX8" fmla="*/ 0 w 588098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59 w 5879997"/>
              <a:gd name="connsiteY1" fmla="*/ 0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198998 w 5879997"/>
              <a:gd name="connsiteY1" fmla="*/ 29497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48160 w 5879997"/>
              <a:gd name="connsiteY1" fmla="*/ 39329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0 w 5879997"/>
              <a:gd name="connsiteY0" fmla="*/ 0 h 6858000"/>
              <a:gd name="connsiteX1" fmla="*/ 3218663 w 5879997"/>
              <a:gd name="connsiteY1" fmla="*/ 19664 h 6858000"/>
              <a:gd name="connsiteX2" fmla="*/ 5299894 w 5879997"/>
              <a:gd name="connsiteY2" fmla="*/ 2084439 h 6858000"/>
              <a:gd name="connsiteX3" fmla="*/ 5879997 w 5879997"/>
              <a:gd name="connsiteY3" fmla="*/ 3451123 h 6858000"/>
              <a:gd name="connsiteX4" fmla="*/ 5103249 w 5879997"/>
              <a:gd name="connsiteY4" fmla="*/ 4975123 h 6858000"/>
              <a:gd name="connsiteX5" fmla="*/ 3248159 w 5879997"/>
              <a:gd name="connsiteY5" fmla="*/ 6858000 h 6858000"/>
              <a:gd name="connsiteX6" fmla="*/ 0 w 5879997"/>
              <a:gd name="connsiteY6" fmla="*/ 6858000 h 6858000"/>
              <a:gd name="connsiteX7" fmla="*/ 3408587 w 5879997"/>
              <a:gd name="connsiteY7" fmla="*/ 3429000 h 6858000"/>
              <a:gd name="connsiteX8" fmla="*/ 0 w 5879997"/>
              <a:gd name="connsiteY8" fmla="*/ 0 h 6858000"/>
              <a:gd name="connsiteX0" fmla="*/ 29497 w 5909494"/>
              <a:gd name="connsiteY0" fmla="*/ 0 h 6867833"/>
              <a:gd name="connsiteX1" fmla="*/ 3248160 w 5909494"/>
              <a:gd name="connsiteY1" fmla="*/ 19664 h 6867833"/>
              <a:gd name="connsiteX2" fmla="*/ 5329391 w 5909494"/>
              <a:gd name="connsiteY2" fmla="*/ 2084439 h 6867833"/>
              <a:gd name="connsiteX3" fmla="*/ 5909494 w 5909494"/>
              <a:gd name="connsiteY3" fmla="*/ 3451123 h 6867833"/>
              <a:gd name="connsiteX4" fmla="*/ 5132746 w 5909494"/>
              <a:gd name="connsiteY4" fmla="*/ 4975123 h 6867833"/>
              <a:gd name="connsiteX5" fmla="*/ 3277656 w 5909494"/>
              <a:gd name="connsiteY5" fmla="*/ 6858000 h 6867833"/>
              <a:gd name="connsiteX6" fmla="*/ 0 w 5909494"/>
              <a:gd name="connsiteY6" fmla="*/ 6867833 h 6867833"/>
              <a:gd name="connsiteX7" fmla="*/ 3438084 w 5909494"/>
              <a:gd name="connsiteY7" fmla="*/ 3429000 h 6867833"/>
              <a:gd name="connsiteX8" fmla="*/ 29497 w 5909494"/>
              <a:gd name="connsiteY8" fmla="*/ 0 h 6867833"/>
              <a:gd name="connsiteX0" fmla="*/ 19665 w 5909494"/>
              <a:gd name="connsiteY0" fmla="*/ 0 h 6867833"/>
              <a:gd name="connsiteX1" fmla="*/ 3248160 w 5909494"/>
              <a:gd name="connsiteY1" fmla="*/ 19664 h 6867833"/>
              <a:gd name="connsiteX2" fmla="*/ 5329391 w 5909494"/>
              <a:gd name="connsiteY2" fmla="*/ 2084439 h 6867833"/>
              <a:gd name="connsiteX3" fmla="*/ 5909494 w 5909494"/>
              <a:gd name="connsiteY3" fmla="*/ 3451123 h 6867833"/>
              <a:gd name="connsiteX4" fmla="*/ 5132746 w 5909494"/>
              <a:gd name="connsiteY4" fmla="*/ 4975123 h 6867833"/>
              <a:gd name="connsiteX5" fmla="*/ 3277656 w 5909494"/>
              <a:gd name="connsiteY5" fmla="*/ 6858000 h 6867833"/>
              <a:gd name="connsiteX6" fmla="*/ 0 w 5909494"/>
              <a:gd name="connsiteY6" fmla="*/ 6867833 h 6867833"/>
              <a:gd name="connsiteX7" fmla="*/ 3438084 w 5909494"/>
              <a:gd name="connsiteY7" fmla="*/ 3429000 h 6867833"/>
              <a:gd name="connsiteX8" fmla="*/ 19665 w 5909494"/>
              <a:gd name="connsiteY8" fmla="*/ 0 h 6867833"/>
              <a:gd name="connsiteX0" fmla="*/ 19665 w 5909494"/>
              <a:gd name="connsiteY0" fmla="*/ 1 h 6867834"/>
              <a:gd name="connsiteX1" fmla="*/ 3228496 w 5909494"/>
              <a:gd name="connsiteY1" fmla="*/ 0 h 6867834"/>
              <a:gd name="connsiteX2" fmla="*/ 5329391 w 5909494"/>
              <a:gd name="connsiteY2" fmla="*/ 2084440 h 6867834"/>
              <a:gd name="connsiteX3" fmla="*/ 5909494 w 5909494"/>
              <a:gd name="connsiteY3" fmla="*/ 3451124 h 6867834"/>
              <a:gd name="connsiteX4" fmla="*/ 5132746 w 5909494"/>
              <a:gd name="connsiteY4" fmla="*/ 4975124 h 6867834"/>
              <a:gd name="connsiteX5" fmla="*/ 3277656 w 5909494"/>
              <a:gd name="connsiteY5" fmla="*/ 6858001 h 6867834"/>
              <a:gd name="connsiteX6" fmla="*/ 0 w 5909494"/>
              <a:gd name="connsiteY6" fmla="*/ 6867834 h 6867834"/>
              <a:gd name="connsiteX7" fmla="*/ 3438084 w 5909494"/>
              <a:gd name="connsiteY7" fmla="*/ 3429001 h 6867834"/>
              <a:gd name="connsiteX8" fmla="*/ 19665 w 5909494"/>
              <a:gd name="connsiteY8" fmla="*/ 1 h 6867834"/>
              <a:gd name="connsiteX0" fmla="*/ 68826 w 5958655"/>
              <a:gd name="connsiteY0" fmla="*/ 1 h 6887499"/>
              <a:gd name="connsiteX1" fmla="*/ 3277657 w 5958655"/>
              <a:gd name="connsiteY1" fmla="*/ 0 h 6887499"/>
              <a:gd name="connsiteX2" fmla="*/ 5378552 w 5958655"/>
              <a:gd name="connsiteY2" fmla="*/ 2084440 h 6887499"/>
              <a:gd name="connsiteX3" fmla="*/ 5958655 w 5958655"/>
              <a:gd name="connsiteY3" fmla="*/ 3451124 h 6887499"/>
              <a:gd name="connsiteX4" fmla="*/ 5181907 w 5958655"/>
              <a:gd name="connsiteY4" fmla="*/ 4975124 h 6887499"/>
              <a:gd name="connsiteX5" fmla="*/ 3326817 w 5958655"/>
              <a:gd name="connsiteY5" fmla="*/ 6858001 h 6887499"/>
              <a:gd name="connsiteX6" fmla="*/ 0 w 5958655"/>
              <a:gd name="connsiteY6" fmla="*/ 6887499 h 6887499"/>
              <a:gd name="connsiteX7" fmla="*/ 3487245 w 5958655"/>
              <a:gd name="connsiteY7" fmla="*/ 3429001 h 6887499"/>
              <a:gd name="connsiteX8" fmla="*/ 68826 w 5958655"/>
              <a:gd name="connsiteY8" fmla="*/ 1 h 6887499"/>
              <a:gd name="connsiteX0" fmla="*/ 68826 w 5958655"/>
              <a:gd name="connsiteY0" fmla="*/ 1 h 6887499"/>
              <a:gd name="connsiteX1" fmla="*/ 3277657 w 5958655"/>
              <a:gd name="connsiteY1" fmla="*/ 0 h 6887499"/>
              <a:gd name="connsiteX2" fmla="*/ 5378552 w 5958655"/>
              <a:gd name="connsiteY2" fmla="*/ 2084440 h 6887499"/>
              <a:gd name="connsiteX3" fmla="*/ 5958655 w 5958655"/>
              <a:gd name="connsiteY3" fmla="*/ 3451124 h 6887499"/>
              <a:gd name="connsiteX4" fmla="*/ 5181907 w 5958655"/>
              <a:gd name="connsiteY4" fmla="*/ 4975124 h 6887499"/>
              <a:gd name="connsiteX5" fmla="*/ 3326817 w 5958655"/>
              <a:gd name="connsiteY5" fmla="*/ 6858001 h 6887499"/>
              <a:gd name="connsiteX6" fmla="*/ 0 w 5958655"/>
              <a:gd name="connsiteY6" fmla="*/ 6887499 h 6887499"/>
              <a:gd name="connsiteX7" fmla="*/ 3477413 w 5958655"/>
              <a:gd name="connsiteY7" fmla="*/ 3438834 h 6887499"/>
              <a:gd name="connsiteX8" fmla="*/ 68826 w 5958655"/>
              <a:gd name="connsiteY8" fmla="*/ 1 h 6887499"/>
              <a:gd name="connsiteX0" fmla="*/ 68826 w 5958655"/>
              <a:gd name="connsiteY0" fmla="*/ 1 h 6887499"/>
              <a:gd name="connsiteX1" fmla="*/ 3277657 w 5958655"/>
              <a:gd name="connsiteY1" fmla="*/ 0 h 6887499"/>
              <a:gd name="connsiteX2" fmla="*/ 5378552 w 5958655"/>
              <a:gd name="connsiteY2" fmla="*/ 2084440 h 6887499"/>
              <a:gd name="connsiteX3" fmla="*/ 5958655 w 5958655"/>
              <a:gd name="connsiteY3" fmla="*/ 3451124 h 6887499"/>
              <a:gd name="connsiteX4" fmla="*/ 5181907 w 5958655"/>
              <a:gd name="connsiteY4" fmla="*/ 4975124 h 6887499"/>
              <a:gd name="connsiteX5" fmla="*/ 3307153 w 5958655"/>
              <a:gd name="connsiteY5" fmla="*/ 6887498 h 6887499"/>
              <a:gd name="connsiteX6" fmla="*/ 0 w 5958655"/>
              <a:gd name="connsiteY6" fmla="*/ 6887499 h 6887499"/>
              <a:gd name="connsiteX7" fmla="*/ 3477413 w 5958655"/>
              <a:gd name="connsiteY7" fmla="*/ 3438834 h 6887499"/>
              <a:gd name="connsiteX8" fmla="*/ 68826 w 5958655"/>
              <a:gd name="connsiteY8" fmla="*/ 1 h 6887499"/>
              <a:gd name="connsiteX0" fmla="*/ 68826 w 5988152"/>
              <a:gd name="connsiteY0" fmla="*/ 1 h 6887499"/>
              <a:gd name="connsiteX1" fmla="*/ 3277657 w 5988152"/>
              <a:gd name="connsiteY1" fmla="*/ 0 h 6887499"/>
              <a:gd name="connsiteX2" fmla="*/ 5378552 w 5988152"/>
              <a:gd name="connsiteY2" fmla="*/ 2084440 h 6887499"/>
              <a:gd name="connsiteX3" fmla="*/ 5988152 w 5988152"/>
              <a:gd name="connsiteY3" fmla="*/ 3451124 h 6887499"/>
              <a:gd name="connsiteX4" fmla="*/ 5181907 w 5988152"/>
              <a:gd name="connsiteY4" fmla="*/ 4975124 h 6887499"/>
              <a:gd name="connsiteX5" fmla="*/ 3307153 w 5988152"/>
              <a:gd name="connsiteY5" fmla="*/ 6887498 h 6887499"/>
              <a:gd name="connsiteX6" fmla="*/ 0 w 5988152"/>
              <a:gd name="connsiteY6" fmla="*/ 6887499 h 6887499"/>
              <a:gd name="connsiteX7" fmla="*/ 3477413 w 5988152"/>
              <a:gd name="connsiteY7" fmla="*/ 3438834 h 6887499"/>
              <a:gd name="connsiteX8" fmla="*/ 68826 w 5988152"/>
              <a:gd name="connsiteY8" fmla="*/ 1 h 6887499"/>
              <a:gd name="connsiteX0" fmla="*/ 68826 w 5988152"/>
              <a:gd name="connsiteY0" fmla="*/ 1 h 6887499"/>
              <a:gd name="connsiteX1" fmla="*/ 3277657 w 5988152"/>
              <a:gd name="connsiteY1" fmla="*/ 0 h 6887499"/>
              <a:gd name="connsiteX2" fmla="*/ 5378552 w 5988152"/>
              <a:gd name="connsiteY2" fmla="*/ 2084440 h 6887499"/>
              <a:gd name="connsiteX3" fmla="*/ 5988152 w 5988152"/>
              <a:gd name="connsiteY3" fmla="*/ 3451124 h 6887499"/>
              <a:gd name="connsiteX4" fmla="*/ 5181907 w 5988152"/>
              <a:gd name="connsiteY4" fmla="*/ 4975124 h 6887499"/>
              <a:gd name="connsiteX5" fmla="*/ 3307153 w 5988152"/>
              <a:gd name="connsiteY5" fmla="*/ 6887498 h 6887499"/>
              <a:gd name="connsiteX6" fmla="*/ 0 w 5988152"/>
              <a:gd name="connsiteY6" fmla="*/ 6887499 h 6887499"/>
              <a:gd name="connsiteX7" fmla="*/ 3457748 w 5988152"/>
              <a:gd name="connsiteY7" fmla="*/ 3429002 h 6887499"/>
              <a:gd name="connsiteX8" fmla="*/ 68826 w 5988152"/>
              <a:gd name="connsiteY8" fmla="*/ 1 h 6887499"/>
              <a:gd name="connsiteX0" fmla="*/ 68826 w 5988152"/>
              <a:gd name="connsiteY0" fmla="*/ 1 h 6897330"/>
              <a:gd name="connsiteX1" fmla="*/ 3277657 w 5988152"/>
              <a:gd name="connsiteY1" fmla="*/ 0 h 6897330"/>
              <a:gd name="connsiteX2" fmla="*/ 5378552 w 5988152"/>
              <a:gd name="connsiteY2" fmla="*/ 2084440 h 6897330"/>
              <a:gd name="connsiteX3" fmla="*/ 5988152 w 5988152"/>
              <a:gd name="connsiteY3" fmla="*/ 3451124 h 6897330"/>
              <a:gd name="connsiteX4" fmla="*/ 5181907 w 5988152"/>
              <a:gd name="connsiteY4" fmla="*/ 4975124 h 6897330"/>
              <a:gd name="connsiteX5" fmla="*/ 3336650 w 5988152"/>
              <a:gd name="connsiteY5" fmla="*/ 6897330 h 6897330"/>
              <a:gd name="connsiteX6" fmla="*/ 0 w 5988152"/>
              <a:gd name="connsiteY6" fmla="*/ 6887499 h 6897330"/>
              <a:gd name="connsiteX7" fmla="*/ 3457748 w 5988152"/>
              <a:gd name="connsiteY7" fmla="*/ 3429002 h 6897330"/>
              <a:gd name="connsiteX8" fmla="*/ 68826 w 5988152"/>
              <a:gd name="connsiteY8" fmla="*/ 1 h 6897330"/>
              <a:gd name="connsiteX0" fmla="*/ 68826 w 5988152"/>
              <a:gd name="connsiteY0" fmla="*/ 1 h 6897330"/>
              <a:gd name="connsiteX1" fmla="*/ 3277657 w 5988152"/>
              <a:gd name="connsiteY1" fmla="*/ 0 h 6897330"/>
              <a:gd name="connsiteX2" fmla="*/ 5368719 w 5988152"/>
              <a:gd name="connsiteY2" fmla="*/ 2054943 h 6897330"/>
              <a:gd name="connsiteX3" fmla="*/ 5988152 w 5988152"/>
              <a:gd name="connsiteY3" fmla="*/ 3451124 h 6897330"/>
              <a:gd name="connsiteX4" fmla="*/ 5181907 w 5988152"/>
              <a:gd name="connsiteY4" fmla="*/ 4975124 h 6897330"/>
              <a:gd name="connsiteX5" fmla="*/ 3336650 w 5988152"/>
              <a:gd name="connsiteY5" fmla="*/ 6897330 h 6897330"/>
              <a:gd name="connsiteX6" fmla="*/ 0 w 5988152"/>
              <a:gd name="connsiteY6" fmla="*/ 6887499 h 6897330"/>
              <a:gd name="connsiteX7" fmla="*/ 3457748 w 5988152"/>
              <a:gd name="connsiteY7" fmla="*/ 3429002 h 6897330"/>
              <a:gd name="connsiteX8" fmla="*/ 68826 w 5988152"/>
              <a:gd name="connsiteY8" fmla="*/ 1 h 6897330"/>
              <a:gd name="connsiteX0" fmla="*/ 68826 w 5988152"/>
              <a:gd name="connsiteY0" fmla="*/ 9834 h 6907163"/>
              <a:gd name="connsiteX1" fmla="*/ 3297321 w 5988152"/>
              <a:gd name="connsiteY1" fmla="*/ 0 h 6907163"/>
              <a:gd name="connsiteX2" fmla="*/ 5368719 w 5988152"/>
              <a:gd name="connsiteY2" fmla="*/ 2064776 h 6907163"/>
              <a:gd name="connsiteX3" fmla="*/ 5988152 w 5988152"/>
              <a:gd name="connsiteY3" fmla="*/ 3460957 h 6907163"/>
              <a:gd name="connsiteX4" fmla="*/ 5181907 w 5988152"/>
              <a:gd name="connsiteY4" fmla="*/ 4984957 h 6907163"/>
              <a:gd name="connsiteX5" fmla="*/ 3336650 w 5988152"/>
              <a:gd name="connsiteY5" fmla="*/ 6907163 h 6907163"/>
              <a:gd name="connsiteX6" fmla="*/ 0 w 5988152"/>
              <a:gd name="connsiteY6" fmla="*/ 6897332 h 6907163"/>
              <a:gd name="connsiteX7" fmla="*/ 3457748 w 5988152"/>
              <a:gd name="connsiteY7" fmla="*/ 3438835 h 6907163"/>
              <a:gd name="connsiteX8" fmla="*/ 68826 w 5988152"/>
              <a:gd name="connsiteY8" fmla="*/ 9834 h 6907163"/>
              <a:gd name="connsiteX0" fmla="*/ 29497 w 5988152"/>
              <a:gd name="connsiteY0" fmla="*/ 2 h 6907163"/>
              <a:gd name="connsiteX1" fmla="*/ 3297321 w 5988152"/>
              <a:gd name="connsiteY1" fmla="*/ 0 h 6907163"/>
              <a:gd name="connsiteX2" fmla="*/ 5368719 w 5988152"/>
              <a:gd name="connsiteY2" fmla="*/ 2064776 h 6907163"/>
              <a:gd name="connsiteX3" fmla="*/ 5988152 w 5988152"/>
              <a:gd name="connsiteY3" fmla="*/ 3460957 h 6907163"/>
              <a:gd name="connsiteX4" fmla="*/ 5181907 w 5988152"/>
              <a:gd name="connsiteY4" fmla="*/ 4984957 h 6907163"/>
              <a:gd name="connsiteX5" fmla="*/ 3336650 w 5988152"/>
              <a:gd name="connsiteY5" fmla="*/ 6907163 h 6907163"/>
              <a:gd name="connsiteX6" fmla="*/ 0 w 5988152"/>
              <a:gd name="connsiteY6" fmla="*/ 6897332 h 6907163"/>
              <a:gd name="connsiteX7" fmla="*/ 3457748 w 5988152"/>
              <a:gd name="connsiteY7" fmla="*/ 3438835 h 6907163"/>
              <a:gd name="connsiteX8" fmla="*/ 29497 w 5988152"/>
              <a:gd name="connsiteY8" fmla="*/ 2 h 6907163"/>
            </a:gdLst>
            <a:ahLst/>
            <a:cxnLst/>
            <a:rect l="l" t="t" r="r" b="b"/>
            <a:pathLst>
              <a:path w="5988152" h="6907163">
                <a:moveTo>
                  <a:pt x="29497" y="2"/>
                </a:moveTo>
                <a:lnTo>
                  <a:pt x="3297321" y="0"/>
                </a:lnTo>
                <a:lnTo>
                  <a:pt x="5368719" y="2064776"/>
                </a:lnTo>
                <a:cubicBezTo>
                  <a:pt x="5555532" y="2284363"/>
                  <a:pt x="5958656" y="2631770"/>
                  <a:pt x="5988152" y="3460957"/>
                </a:cubicBezTo>
                <a:cubicBezTo>
                  <a:pt x="5896384" y="4185267"/>
                  <a:pt x="5716127" y="4388466"/>
                  <a:pt x="5181907" y="4984957"/>
                </a:cubicBezTo>
                <a:lnTo>
                  <a:pt x="3336650" y="6907163"/>
                </a:lnTo>
                <a:lnTo>
                  <a:pt x="0" y="6897332"/>
                </a:lnTo>
                <a:lnTo>
                  <a:pt x="3457748" y="3438835"/>
                </a:lnTo>
                <a:lnTo>
                  <a:pt x="29497" y="2"/>
                </a:lnTo>
                <a:close/>
              </a:path>
            </a:pathLst>
          </a:custGeom>
        </p:spPr>
        <p:txBody>
          <a:bodyPr anchor="ctr"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t>Optional image placeholder  </a:t>
            </a: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rg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143625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1B7A7B62-E4FA-0C40-A066-4DBE6DB245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1" y="2047875"/>
            <a:ext cx="10763250" cy="2495550"/>
          </a:xfrm>
        </p:spPr>
        <p:txBody>
          <a:bodyPr anchor="t">
            <a:normAutofit/>
          </a:bodyPr>
          <a:lstStyle>
            <a:lvl1pPr algn="ctr">
              <a:buNone/>
              <a:defRPr sz="5400" b="1">
                <a:solidFill>
                  <a:schemeClr val="bg1"/>
                </a:solidFill>
              </a:defRPr>
            </a:lvl1pPr>
          </a:lstStyle>
          <a:p>
            <a:r>
              <a:t>CLICK TO ENTER LARGE QUOTE OR STATEMENT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3583AC-A3A3-DE42-ACEA-C74EF92C675A}"/>
              </a:ext>
            </a:extLst>
          </p:cNvPr>
          <p:cNvSpPr>
            <a:spLocks noGrp="1"/>
          </p:cNvSpPr>
          <p:nvPr/>
        </p:nvSpPr>
        <p:spPr>
          <a:xfrm>
            <a:off x="5815013" y="1733550"/>
            <a:ext cx="561975" cy="66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A984374-E8BD-934B-B3E1-DA4F1A05ABC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buNone/>
              <a:defRPr sz="1600">
                <a:solidFill>
                  <a:srgbClr val="333333"/>
                </a:solidFill>
              </a:defRPr>
            </a:lvl1pPr>
          </a:lstStyle>
          <a:p>
            <a:fld id="{2FA352AA-8A82-6049-B18F-07539F444994}" type="slidenum">
              <a:t>‹#›</a:t>
            </a:fld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2C16EB-8D34-2246-8B97-962D2F45F1F5}"/>
              </a:ext>
            </a:extLst>
          </p:cNvPr>
          <p:cNvSpPr>
            <a:spLocks noGrp="1"/>
          </p:cNvSpPr>
          <p:nvPr/>
        </p:nvSpPr>
        <p:spPr>
          <a:xfrm>
            <a:off x="619125" y="6457950"/>
            <a:ext cx="2727029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>
                <a:solidFill>
                  <a:schemeClr val="accent3"/>
                </a:solidFill>
              </a:rPr>
              <a:t>© Presidio, Inc. All rights reserved. Proprietary and Confidential. 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7440AD51-AC8E-42FE-BE77-3CCFC16544FE}"/>
              </a:ext>
            </a:extLst>
          </p:cNvPr>
          <p:cNvSpPr>
            <a:spLocks noGrp="1"/>
          </p:cNvSpPr>
          <p:nvPr/>
        </p:nv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7" name="Graphic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34888" y="6391274"/>
            <a:ext cx="1333508" cy="1905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EF7C6A7E-D6D5-4330-88FD-EC5F1BF0DE7F}"/>
              </a:ext>
            </a:extLst>
          </p:cNvPr>
          <p:cNvSpPr>
            <a:spLocks noGrp="1"/>
          </p:cNvSpPr>
          <p:nvPr>
            <p:ph type="tbl" idx="12"/>
          </p:nvPr>
        </p:nvSpPr>
        <p:spPr>
          <a:xfrm>
            <a:off x="711200" y="1797051"/>
            <a:ext cx="10820400" cy="3544971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0" indent="0" algn="ctr">
              <a:buNone/>
              <a:defRPr sz="2667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</a:pPr>
            <a:r>
              <a:t>Click icon to add table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1AA14624-12D0-4AD3-8178-D686BA1E6ABD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583690" y="5530961"/>
            <a:ext cx="9573749" cy="434977"/>
          </a:xfrm>
          <a:prstGeom prst="rect">
            <a:avLst/>
          </a:prstGeom>
        </p:spPr>
        <p:txBody>
          <a:bodyPr wrap="square" lIns="91420" tIns="45710" rIns="91420" bIns="45710" anchor="b">
            <a:noAutofit/>
          </a:bodyPr>
          <a:lstStyle>
            <a:lvl1pPr algn="l" defTabSz="804747">
              <a:lnSpc>
                <a:spcPct val="100000"/>
              </a:lnSpc>
              <a:spcBef>
                <a:spcPct val="50000"/>
              </a:spcBef>
              <a:buNone/>
              <a:defRPr sz="1867" b="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>
              <a:buFont typeface="Arial"/>
              <a:buNone/>
              <a:defRPr sz="1467"/>
            </a:lvl2pPr>
            <a:lvl3pPr>
              <a:buFont typeface="Arial"/>
              <a:buNone/>
              <a:defRPr sz="1467"/>
            </a:lvl3pPr>
            <a:lvl4pPr>
              <a:buFont typeface="Arial"/>
              <a:buNone/>
              <a:defRPr sz="1467"/>
            </a:lvl4pPr>
            <a:lvl5pPr>
              <a:buFont typeface="Arial"/>
              <a:buNone/>
              <a:defRPr sz="1467"/>
            </a:lvl5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5" name="Title Placeholder 5">
            <a:extLst>
              <a:ext uri="{FF2B5EF4-FFF2-40B4-BE49-F238E27FC236}">
                <a16:creationId xmlns:a16="http://schemas.microsoft.com/office/drawing/2014/main" id="{8C3E2DA4-7A91-4F44-ABE3-A46F726E0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buNone/>
              <a:defRPr sz="3733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7C353-2469-7F18-27A5-02DA85D02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pic>
        <p:nvPicPr>
          <p:cNvPr id="1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806239"/>
            <a:ext cx="12209090" cy="81393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205C199-0BB9-B1BB-0A90-3DCB1C127627}"/>
              </a:ext>
            </a:extLst>
          </p:cNvPr>
          <p:cNvSpPr>
            <a:spLocks noGrp="1"/>
          </p:cNvSpPr>
          <p:nvPr/>
        </p:nvSpPr>
        <p:spPr>
          <a:xfrm>
            <a:off x="600374" y="336723"/>
            <a:ext cx="817530" cy="5215475"/>
          </a:xfrm>
          <a:prstGeom prst="rect">
            <a:avLst/>
          </a:prstGeom>
          <a:solidFill>
            <a:srgbClr val="FCFC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6" name="Graphic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279360"/>
            <a:ext cx="399600" cy="864720"/>
          </a:xfrm>
          <a:prstGeom prst="rect">
            <a:avLst/>
          </a:prstGeom>
          <a:ln w="0">
            <a:noFill/>
          </a:ln>
        </p:spPr>
      </p:pic>
      <p:pic>
        <p:nvPicPr>
          <p:cNvPr id="17" name="Picture 6"/>
          <p:cNvPicPr>
            <a:picLocks noChangeAspect="1"/>
          </p:cNvPicPr>
          <p:nvPr/>
        </p:nvPicPr>
        <p:blipFill>
          <a:blip r:embed="rId4"/>
          <a:srcRect l="73398" t="91691"/>
          <a:stretch>
            <a:fillRect/>
          </a:stretch>
        </p:blipFill>
        <p:spPr>
          <a:xfrm>
            <a:off x="10141527" y="6415470"/>
            <a:ext cx="2067564" cy="484365"/>
          </a:xfrm>
          <a:prstGeom prst="rect">
            <a:avLst/>
          </a:prstGeom>
        </p:spPr>
      </p:pic>
      <p:sp>
        <p:nvSpPr>
          <p:cNvPr id="9" name="PlaceHolder 2">
            <a:extLst>
              <a:ext uri="{FF2B5EF4-FFF2-40B4-BE49-F238E27FC236}">
                <a16:creationId xmlns:a16="http://schemas.microsoft.com/office/drawing/2014/main" id="{8D3C3804-42BC-CEE2-3630-E5ACAF87B71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ullet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5">
            <a:extLst>
              <a:ext uri="{FF2B5EF4-FFF2-40B4-BE49-F238E27FC236}">
                <a16:creationId xmlns:a16="http://schemas.microsoft.com/office/drawing/2014/main" id="{5671D557-0E9C-4F51-AD34-B66E26A62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4" tIns="45712" rIns="91424" bIns="45712" anchor="ctr"/>
          <a:lstStyle>
            <a:lvl1pPr>
              <a:buNone/>
              <a:defRPr sz="3733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>
            <a:extLst>
              <a:ext uri="{FF2B5EF4-FFF2-40B4-BE49-F238E27FC236}">
                <a16:creationId xmlns:a16="http://schemas.microsoft.com/office/drawing/2014/main" id="{608181E3-2C66-4107-AB8A-6B25DAA27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7960"/>
            <a:ext cx="11058120" cy="97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sz="4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DAB1C09A-370F-4C39-BDD9-5FF2BC1F7195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sz="3200" b="0" strike="noStrike" spc="-1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>
            <a:extLst>
              <a:ext uri="{FF2B5EF4-FFF2-40B4-BE49-F238E27FC236}">
                <a16:creationId xmlns:a16="http://schemas.microsoft.com/office/drawing/2014/main" id="{9B2E6C29-2B83-406C-8768-7F5D6EED7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7960"/>
            <a:ext cx="11058120" cy="97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sz="4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PlaceHolder 2">
            <a:extLst>
              <a:ext uri="{FF2B5EF4-FFF2-40B4-BE49-F238E27FC236}">
                <a16:creationId xmlns:a16="http://schemas.microsoft.com/office/drawing/2014/main" id="{C45511B4-CC54-4253-A04A-81FDAED42B0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>
            <a:extLst>
              <a:ext uri="{FF2B5EF4-FFF2-40B4-BE49-F238E27FC236}">
                <a16:creationId xmlns:a16="http://schemas.microsoft.com/office/drawing/2014/main" id="{1F6766C0-475B-42C0-A5D8-DE13F5064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7960"/>
            <a:ext cx="11058120" cy="97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sz="4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PlaceHolder 2">
            <a:extLst>
              <a:ext uri="{FF2B5EF4-FFF2-40B4-BE49-F238E27FC236}">
                <a16:creationId xmlns:a16="http://schemas.microsoft.com/office/drawing/2014/main" id="{06E9607C-EFE6-489D-AD16-5487BC88C12A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PlaceHolder 3">
            <a:extLst>
              <a:ext uri="{FF2B5EF4-FFF2-40B4-BE49-F238E27FC236}">
                <a16:creationId xmlns:a16="http://schemas.microsoft.com/office/drawing/2014/main" id="{85930967-B8BF-4A2A-A8A9-F2A29B86346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>
            <a:extLst>
              <a:ext uri="{FF2B5EF4-FFF2-40B4-BE49-F238E27FC236}">
                <a16:creationId xmlns:a16="http://schemas.microsoft.com/office/drawing/2014/main" id="{F8EC4C85-7079-4EBA-BF38-02B42306C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7960"/>
            <a:ext cx="11058120" cy="97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sz="4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>
            <a:extLst>
              <a:ext uri="{FF2B5EF4-FFF2-40B4-BE49-F238E27FC236}">
                <a16:creationId xmlns:a16="http://schemas.microsoft.com/office/drawing/2014/main" id="{42E70690-9A37-4AE4-91AE-512097B6EAC4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85800" y="237960"/>
            <a:ext cx="11058120" cy="452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sz="3200" b="0" strike="noStrike" spc="-1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>
            <a:extLst>
              <a:ext uri="{FF2B5EF4-FFF2-40B4-BE49-F238E27FC236}">
                <a16:creationId xmlns:a16="http://schemas.microsoft.com/office/drawing/2014/main" id="{2840B122-0A17-43ED-87CC-110569628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7960"/>
            <a:ext cx="11058120" cy="97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sz="4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PlaceHolder 2">
            <a:extLst>
              <a:ext uri="{FF2B5EF4-FFF2-40B4-BE49-F238E27FC236}">
                <a16:creationId xmlns:a16="http://schemas.microsoft.com/office/drawing/2014/main" id="{4F742681-556C-4B0F-8DBB-7F56CE60D44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PlaceHolder 3">
            <a:extLst>
              <a:ext uri="{FF2B5EF4-FFF2-40B4-BE49-F238E27FC236}">
                <a16:creationId xmlns:a16="http://schemas.microsoft.com/office/drawing/2014/main" id="{5FB9A122-0F4F-4985-A116-81B80674998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PlaceHolder 4">
            <a:extLst>
              <a:ext uri="{FF2B5EF4-FFF2-40B4-BE49-F238E27FC236}">
                <a16:creationId xmlns:a16="http://schemas.microsoft.com/office/drawing/2014/main" id="{AB9A5BE1-D98B-430F-83DB-BA9DFED4C711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>
            <a:extLst>
              <a:ext uri="{FF2B5EF4-FFF2-40B4-BE49-F238E27FC236}">
                <a16:creationId xmlns:a16="http://schemas.microsoft.com/office/drawing/2014/main" id="{0D535257-7CCD-43DF-9169-EF399458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7960"/>
            <a:ext cx="11058120" cy="97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sz="4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PlaceHolder 2">
            <a:extLst>
              <a:ext uri="{FF2B5EF4-FFF2-40B4-BE49-F238E27FC236}">
                <a16:creationId xmlns:a16="http://schemas.microsoft.com/office/drawing/2014/main" id="{442B80B4-9774-4084-AEC8-31E69CEB94F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PlaceHolder 3">
            <a:extLst>
              <a:ext uri="{FF2B5EF4-FFF2-40B4-BE49-F238E27FC236}">
                <a16:creationId xmlns:a16="http://schemas.microsoft.com/office/drawing/2014/main" id="{900148A9-E4AD-42E3-B474-EAB474D1C52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PlaceHolder 4">
            <a:extLst>
              <a:ext uri="{FF2B5EF4-FFF2-40B4-BE49-F238E27FC236}">
                <a16:creationId xmlns:a16="http://schemas.microsoft.com/office/drawing/2014/main" id="{4A4D0922-BB7B-4B68-AB3E-2386F1AF1D3B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>
            <a:extLst>
              <a:ext uri="{FF2B5EF4-FFF2-40B4-BE49-F238E27FC236}">
                <a16:creationId xmlns:a16="http://schemas.microsoft.com/office/drawing/2014/main" id="{9E1EE2C3-5246-4FBE-8E16-763D839D7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7960"/>
            <a:ext cx="11058120" cy="97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sz="4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PlaceHolder 2">
            <a:extLst>
              <a:ext uri="{FF2B5EF4-FFF2-40B4-BE49-F238E27FC236}">
                <a16:creationId xmlns:a16="http://schemas.microsoft.com/office/drawing/2014/main" id="{E270E9C1-617F-4296-9FE5-784FE8F97611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PlaceHolder 3">
            <a:extLst>
              <a:ext uri="{FF2B5EF4-FFF2-40B4-BE49-F238E27FC236}">
                <a16:creationId xmlns:a16="http://schemas.microsoft.com/office/drawing/2014/main" id="{0C0C557B-2728-40AF-93AE-41039B1D6451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PlaceHolder 4">
            <a:extLst>
              <a:ext uri="{FF2B5EF4-FFF2-40B4-BE49-F238E27FC236}">
                <a16:creationId xmlns:a16="http://schemas.microsoft.com/office/drawing/2014/main" id="{4F610EC2-7C97-4AC6-9E74-5ACA6F2EDCA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>
            <a:extLst>
              <a:ext uri="{FF2B5EF4-FFF2-40B4-BE49-F238E27FC236}">
                <a16:creationId xmlns:a16="http://schemas.microsoft.com/office/drawing/2014/main" id="{7FBE653A-E405-4AF9-BC44-9B9CB3A12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7960"/>
            <a:ext cx="11058120" cy="97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sz="4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PlaceHolder 2">
            <a:extLst>
              <a:ext uri="{FF2B5EF4-FFF2-40B4-BE49-F238E27FC236}">
                <a16:creationId xmlns:a16="http://schemas.microsoft.com/office/drawing/2014/main" id="{F12840B5-55AB-477D-B339-E8529309BB0A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PlaceHolder 3">
            <a:extLst>
              <a:ext uri="{FF2B5EF4-FFF2-40B4-BE49-F238E27FC236}">
                <a16:creationId xmlns:a16="http://schemas.microsoft.com/office/drawing/2014/main" id="{8A11CEC7-B9B8-409F-9766-1C9F0BC37B1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>
            <a:extLst>
              <a:ext uri="{FF2B5EF4-FFF2-40B4-BE49-F238E27FC236}">
                <a16:creationId xmlns:a16="http://schemas.microsoft.com/office/drawing/2014/main" id="{C236E375-559C-44F4-8BB5-12BD01714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7960"/>
            <a:ext cx="11058120" cy="97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sz="4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PlaceHolder 2">
            <a:extLst>
              <a:ext uri="{FF2B5EF4-FFF2-40B4-BE49-F238E27FC236}">
                <a16:creationId xmlns:a16="http://schemas.microsoft.com/office/drawing/2014/main" id="{779F5D02-C8FF-4593-8A44-B0E6E25F37E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PlaceHolder 3">
            <a:extLst>
              <a:ext uri="{FF2B5EF4-FFF2-40B4-BE49-F238E27FC236}">
                <a16:creationId xmlns:a16="http://schemas.microsoft.com/office/drawing/2014/main" id="{42B9BE23-D373-4A9F-B71E-3B70EE60D75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PlaceHolder 4">
            <a:extLst>
              <a:ext uri="{FF2B5EF4-FFF2-40B4-BE49-F238E27FC236}">
                <a16:creationId xmlns:a16="http://schemas.microsoft.com/office/drawing/2014/main" id="{565695BB-68BD-4C1C-A22D-2FD43FE6202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PlaceHolder 5">
            <a:extLst>
              <a:ext uri="{FF2B5EF4-FFF2-40B4-BE49-F238E27FC236}">
                <a16:creationId xmlns:a16="http://schemas.microsoft.com/office/drawing/2014/main" id="{9EAC4CCC-2127-4CDB-9D54-D6381B09CADC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>
            <a:extLst>
              <a:ext uri="{FF2B5EF4-FFF2-40B4-BE49-F238E27FC236}">
                <a16:creationId xmlns:a16="http://schemas.microsoft.com/office/drawing/2014/main" id="{B2B6B16F-E5C9-493B-ADF9-24CA94E9D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7960"/>
            <a:ext cx="11058120" cy="97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sz="4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PlaceHolder 2">
            <a:extLst>
              <a:ext uri="{FF2B5EF4-FFF2-40B4-BE49-F238E27FC236}">
                <a16:creationId xmlns:a16="http://schemas.microsoft.com/office/drawing/2014/main" id="{42B892CD-C4E8-4B58-838E-34E13C43B1F1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PlaceHolder 3">
            <a:extLst>
              <a:ext uri="{FF2B5EF4-FFF2-40B4-BE49-F238E27FC236}">
                <a16:creationId xmlns:a16="http://schemas.microsoft.com/office/drawing/2014/main" id="{36015C84-5D7E-4BA4-BD92-AAC051A6AB8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PlaceHolder 4">
            <a:extLst>
              <a:ext uri="{FF2B5EF4-FFF2-40B4-BE49-F238E27FC236}">
                <a16:creationId xmlns:a16="http://schemas.microsoft.com/office/drawing/2014/main" id="{7756E52C-A36D-4510-8743-361215D79B46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PlaceHolder 5">
            <a:extLst>
              <a:ext uri="{FF2B5EF4-FFF2-40B4-BE49-F238E27FC236}">
                <a16:creationId xmlns:a16="http://schemas.microsoft.com/office/drawing/2014/main" id="{22EBFF2C-E564-411A-9763-E2BE962C44D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PlaceHolder 6">
            <a:extLst>
              <a:ext uri="{FF2B5EF4-FFF2-40B4-BE49-F238E27FC236}">
                <a16:creationId xmlns:a16="http://schemas.microsoft.com/office/drawing/2014/main" id="{C5C5A35B-78B7-4D66-A897-EA35EE48348A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PlaceHolder 7">
            <a:extLst>
              <a:ext uri="{FF2B5EF4-FFF2-40B4-BE49-F238E27FC236}">
                <a16:creationId xmlns:a16="http://schemas.microsoft.com/office/drawing/2014/main" id="{D403E28F-B8C8-4E4F-82FB-6840472AC4DC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7C353-2469-7F18-27A5-02DA85D02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pic>
        <p:nvPicPr>
          <p:cNvPr id="1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806239"/>
            <a:ext cx="12209090" cy="81393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205C199-0BB9-B1BB-0A90-3DCB1C127627}"/>
              </a:ext>
            </a:extLst>
          </p:cNvPr>
          <p:cNvSpPr>
            <a:spLocks noGrp="1"/>
          </p:cNvSpPr>
          <p:nvPr/>
        </p:nvSpPr>
        <p:spPr>
          <a:xfrm>
            <a:off x="600374" y="336723"/>
            <a:ext cx="817530" cy="5215475"/>
          </a:xfrm>
          <a:prstGeom prst="rect">
            <a:avLst/>
          </a:prstGeom>
          <a:solidFill>
            <a:srgbClr val="FCFC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6" name="Graphic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279360"/>
            <a:ext cx="399600" cy="864720"/>
          </a:xfrm>
          <a:prstGeom prst="rect">
            <a:avLst/>
          </a:prstGeom>
          <a:ln w="0">
            <a:noFill/>
          </a:ln>
        </p:spPr>
      </p:pic>
      <p:pic>
        <p:nvPicPr>
          <p:cNvPr id="17" name="Picture 6"/>
          <p:cNvPicPr>
            <a:picLocks noChangeAspect="1"/>
          </p:cNvPicPr>
          <p:nvPr/>
        </p:nvPicPr>
        <p:blipFill>
          <a:blip r:embed="rId4"/>
          <a:srcRect l="73398" t="91691"/>
          <a:stretch>
            <a:fillRect/>
          </a:stretch>
        </p:blipFill>
        <p:spPr>
          <a:xfrm>
            <a:off x="10141527" y="6415470"/>
            <a:ext cx="2067564" cy="484365"/>
          </a:xfrm>
          <a:prstGeom prst="rect">
            <a:avLst/>
          </a:prstGeom>
        </p:spPr>
      </p:pic>
      <p:sp>
        <p:nvSpPr>
          <p:cNvPr id="9" name="PlaceHolder 2">
            <a:extLst>
              <a:ext uri="{FF2B5EF4-FFF2-40B4-BE49-F238E27FC236}">
                <a16:creationId xmlns:a16="http://schemas.microsoft.com/office/drawing/2014/main" id="{8D3C3804-42BC-CEE2-3630-E5ACAF87B71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0.xml"/><Relationship Id="rId13" Type="http://schemas.openxmlformats.org/officeDocument/2006/relationships/slideLayout" Target="../slideLayouts/slideLayout95.xml"/><Relationship Id="rId3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9.xml"/><Relationship Id="rId12" Type="http://schemas.openxmlformats.org/officeDocument/2006/relationships/slideLayout" Target="../slideLayouts/slideLayout94.xml"/><Relationship Id="rId2" Type="http://schemas.openxmlformats.org/officeDocument/2006/relationships/slideLayout" Target="../slideLayouts/slideLayout84.xml"/><Relationship Id="rId1" Type="http://schemas.openxmlformats.org/officeDocument/2006/relationships/slideLayout" Target="../slideLayouts/slideLayout83.xml"/><Relationship Id="rId6" Type="http://schemas.openxmlformats.org/officeDocument/2006/relationships/slideLayout" Target="../slideLayouts/slideLayout88.xml"/><Relationship Id="rId11" Type="http://schemas.openxmlformats.org/officeDocument/2006/relationships/slideLayout" Target="../slideLayouts/slideLayout93.xml"/><Relationship Id="rId5" Type="http://schemas.openxmlformats.org/officeDocument/2006/relationships/slideLayout" Target="../slideLayouts/slideLayout87.xml"/><Relationship Id="rId15" Type="http://schemas.openxmlformats.org/officeDocument/2006/relationships/image" Target="../media/image43.jpeg"/><Relationship Id="rId10" Type="http://schemas.openxmlformats.org/officeDocument/2006/relationships/slideLayout" Target="../slideLayouts/slideLayout92.xml"/><Relationship Id="rId4" Type="http://schemas.openxmlformats.org/officeDocument/2006/relationships/slideLayout" Target="../slideLayouts/slideLayout86.xml"/><Relationship Id="rId9" Type="http://schemas.openxmlformats.org/officeDocument/2006/relationships/slideLayout" Target="../slideLayouts/slideLayout9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82DECA-69DA-344B-9D57-C437866D4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1ED1DE-0CF0-5849-8B2C-8564B33B4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79027-9C37-5149-AF76-9C7C76B740F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rgbClr val="333333"/>
                </a:solidFill>
              </a:defRPr>
            </a:lvl1pPr>
          </a:lstStyle>
          <a:p>
            <a:fld id="{2FA352AA-8A82-6049-B18F-07539F44499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  <p:sldLayoutId id="2147483711" r:id="rId63"/>
    <p:sldLayoutId id="2147483712" r:id="rId64"/>
    <p:sldLayoutId id="2147483713" r:id="rId65"/>
    <p:sldLayoutId id="2147483714" r:id="rId66"/>
    <p:sldLayoutId id="2147483715" r:id="rId67"/>
    <p:sldLayoutId id="2147483716" r:id="rId68"/>
    <p:sldLayoutId id="2147483717" r:id="rId69"/>
    <p:sldLayoutId id="2147483718" r:id="rId70"/>
    <p:sldLayoutId id="2147483719" r:id="rId71"/>
    <p:sldLayoutId id="2147483720" r:id="rId72"/>
    <p:sldLayoutId id="2147483721" r:id="rId73"/>
    <p:sldLayoutId id="2147483722" r:id="rId74"/>
    <p:sldLayoutId id="2147483723" r:id="rId75"/>
    <p:sldLayoutId id="2147483724" r:id="rId76"/>
    <p:sldLayoutId id="2147483725" r:id="rId77"/>
    <p:sldLayoutId id="2147483726" r:id="rId78"/>
    <p:sldLayoutId id="2147483727" r:id="rId79"/>
    <p:sldLayoutId id="2147483728" r:id="rId80"/>
    <p:sldLayoutId id="2147483729" r:id="rId81"/>
    <p:sldLayoutId id="2147483730" r:id="rId82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rgbClr val="333333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Clr>
          <a:schemeClr val="tx2"/>
        </a:buClr>
        <a:buFont typeface="Arial"/>
        <a:buChar char="•"/>
        <a:defRPr sz="2800" kern="1200">
          <a:solidFill>
            <a:srgbClr val="333333"/>
          </a:solidFill>
          <a:latin typeface="+mn-lt"/>
          <a:ea typeface="+mn-lt"/>
          <a:cs typeface="+mn-lt"/>
        </a:defRPr>
      </a:lvl1pPr>
      <a:lvl2pPr marL="635000" indent="-228600" algn="l" defTabSz="914400">
        <a:lnSpc>
          <a:spcPct val="90000"/>
        </a:lnSpc>
        <a:spcBef>
          <a:spcPts val="500"/>
        </a:spcBef>
        <a:buClr>
          <a:schemeClr val="accent5"/>
        </a:buClr>
        <a:buFont typeface="Arial"/>
        <a:buChar char="•"/>
        <a:defRPr sz="2400" kern="1200">
          <a:solidFill>
            <a:schemeClr val="accent5"/>
          </a:solidFill>
          <a:latin typeface="+mn-lt"/>
          <a:ea typeface="+mn-lt"/>
          <a:cs typeface="+mn-lt"/>
        </a:defRPr>
      </a:lvl2pPr>
      <a:lvl3pPr marL="804863" indent="-169863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accent5"/>
          </a:solidFill>
          <a:latin typeface="+mn-lt"/>
          <a:ea typeface="+mn-lt"/>
          <a:cs typeface="+mn-lt"/>
        </a:defRPr>
      </a:lvl3pPr>
      <a:lvl4pPr marL="1146175" indent="-284163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accent5"/>
          </a:solidFill>
          <a:latin typeface="+mn-lt"/>
          <a:ea typeface="+mn-lt"/>
          <a:cs typeface="+mn-lt"/>
        </a:defRPr>
      </a:lvl4pPr>
      <a:lvl5pPr marL="1430338" indent="-284163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accent5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5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>
            <a:extLst>
              <a:ext uri="{FF2B5EF4-FFF2-40B4-BE49-F238E27FC236}">
                <a16:creationId xmlns:a16="http://schemas.microsoft.com/office/drawing/2014/main" id="{2DBE51AC-489A-4ABB-98D7-5B4893313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240" y="3998160"/>
            <a:ext cx="5198760" cy="1457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sz="6000" b="1" strike="noStrike" spc="-1">
                <a:solidFill>
                  <a:srgbClr val="333333"/>
                </a:solidFill>
                <a:latin typeface="Arial"/>
                <a:ea typeface="Arial"/>
                <a:cs typeface="Arial"/>
              </a:rPr>
              <a:t>Click to add presentation title</a:t>
            </a:r>
            <a:endParaRPr sz="6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0" name="Straight Connector 3"/>
          <p:cNvCxnSpPr/>
          <p:nvPr/>
        </p:nvCxnSpPr>
        <p:spPr>
          <a:xfrm>
            <a:off x="666720" y="5702400"/>
            <a:ext cx="476640" cy="360"/>
          </a:xfrm>
          <a:prstGeom prst="straightConnector1">
            <a:avLst/>
          </a:prstGeom>
          <a:ln w="50800">
            <a:solidFill>
              <a:srgbClr val="FF9901"/>
            </a:solidFill>
          </a:ln>
        </p:spPr>
      </p:cxnSp>
      <p:sp>
        <p:nvSpPr>
          <p:cNvPr id="2" name="PlaceHolder 2">
            <a:extLst>
              <a:ext uri="{FF2B5EF4-FFF2-40B4-BE49-F238E27FC236}">
                <a16:creationId xmlns:a16="http://schemas.microsoft.com/office/drawing/2014/main" id="{F71094A0-9080-4169-BC40-EE23E15034F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800" b="0" strike="noStrike" spc="-1">
                <a:solidFill>
                  <a:srgbClr val="333333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strike="noStrike" spc="-1">
                <a:solidFill>
                  <a:srgbClr val="616062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trike="noStrike" spc="-1">
                <a:solidFill>
                  <a:srgbClr val="616062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trike="noStrike" spc="-1">
                <a:solidFill>
                  <a:srgbClr val="616062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strike="noStrike" spc="-1">
                <a:solidFill>
                  <a:srgbClr val="616062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strike="noStrike" spc="-1">
                <a:solidFill>
                  <a:srgbClr val="616062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strike="noStrike" spc="-1">
                <a:solidFill>
                  <a:srgbClr val="616062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3041701"/>
            <a:ext cx="2762250" cy="78412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650630-7825-496B-9086-24324B194B7B}"/>
              </a:ext>
            </a:extLst>
          </p:cNvPr>
          <p:cNvSpPr>
            <a:spLocks noGrp="1"/>
          </p:cNvSpPr>
          <p:nvPr/>
        </p:nvSpPr>
        <p:spPr>
          <a:xfrm>
            <a:off x="609600" y="4257675"/>
            <a:ext cx="5143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4950" b="1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4950" b="1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Title</a:t>
            </a:r>
            <a:endParaRPr sz="4950" b="1" dirty="0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9D2C1A-2DBD-4F62-90C0-B1BA25F92EB6}"/>
              </a:ext>
            </a:extLst>
          </p:cNvPr>
          <p:cNvSpPr>
            <a:spLocks noGrp="1"/>
          </p:cNvSpPr>
          <p:nvPr/>
        </p:nvSpPr>
        <p:spPr>
          <a:xfrm>
            <a:off x="609600" y="5038725"/>
            <a:ext cx="51435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850" b="1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2850" b="1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Sub-title</a:t>
            </a:r>
            <a:endParaRPr sz="2850" b="1" dirty="0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771DC9-13B8-496D-8136-01C5B1D4E07C}"/>
              </a:ext>
            </a:extLst>
          </p:cNvPr>
          <p:cNvSpPr>
            <a:spLocks noGrp="1"/>
          </p:cNvSpPr>
          <p:nvPr/>
        </p:nvSpPr>
        <p:spPr>
          <a:xfrm>
            <a:off x="609600" y="5970205"/>
            <a:ext cx="5238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3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lang="en-US" sz="2325" b="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Date</a:t>
            </a:r>
            <a:endParaRPr sz="2325" b="0" dirty="0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E62A79-A1CD-49BB-B292-974FBA33BDEF}"/>
              </a:ext>
            </a:extLst>
          </p:cNvPr>
          <p:cNvSpPr>
            <a:spLocks noGrp="1"/>
          </p:cNvSpPr>
          <p:nvPr/>
        </p:nvSpPr>
        <p:spPr>
          <a:xfrm>
            <a:off x="609600" y="6351205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lang="en-US" sz="1350" b="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Location and / or Presenter</a:t>
            </a:r>
            <a:endParaRPr sz="1350" b="0" dirty="0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326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9E57F7-43DB-4E70-A784-5CDC147A1B95}"/>
              </a:ext>
            </a:extLst>
          </p:cNvPr>
          <p:cNvSpPr>
            <a:spLocks noGrp="1"/>
          </p:cNvSpPr>
          <p:nvPr/>
        </p:nvSpPr>
        <p:spPr>
          <a:xfrm>
            <a:off x="704850" y="590550"/>
            <a:ext cx="61912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43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435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Agenda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4C4719-A6D7-40DC-A246-49C588A2145A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6667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4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2400" b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x</a:t>
            </a:r>
            <a:endParaRPr sz="2400" b="0" dirty="0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6EBD33-2E71-47F1-9FE7-25BC06D02AB3}"/>
              </a:ext>
            </a:extLst>
          </p:cNvPr>
          <p:cNvSpPr>
            <a:spLocks noGrp="1"/>
          </p:cNvSpPr>
          <p:nvPr/>
        </p:nvSpPr>
        <p:spPr>
          <a:xfrm>
            <a:off x="800100" y="2181225"/>
            <a:ext cx="6667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4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2400" b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x</a:t>
            </a:r>
            <a:endParaRPr sz="2400" b="0" dirty="0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2B4AC7-F095-4C22-AC8B-10094006A9B6}"/>
              </a:ext>
            </a:extLst>
          </p:cNvPr>
          <p:cNvSpPr>
            <a:spLocks noGrp="1"/>
          </p:cNvSpPr>
          <p:nvPr/>
        </p:nvSpPr>
        <p:spPr>
          <a:xfrm>
            <a:off x="800100" y="2743200"/>
            <a:ext cx="6667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4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2400" b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x</a:t>
            </a:r>
            <a:endParaRPr sz="2400" b="0" dirty="0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2F057E-B420-423B-BB27-E935F6B5F448}"/>
              </a:ext>
            </a:extLst>
          </p:cNvPr>
          <p:cNvSpPr>
            <a:spLocks noGrp="1"/>
          </p:cNvSpPr>
          <p:nvPr/>
        </p:nvSpPr>
        <p:spPr>
          <a:xfrm>
            <a:off x="800100" y="3305175"/>
            <a:ext cx="6667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4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2400" b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x</a:t>
            </a:r>
            <a:endParaRPr sz="2400" b="0" dirty="0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A48BE8-C703-48F5-8B14-4A48384E6F67}"/>
              </a:ext>
            </a:extLst>
          </p:cNvPr>
          <p:cNvSpPr>
            <a:spLocks noGrp="1"/>
          </p:cNvSpPr>
          <p:nvPr/>
        </p:nvSpPr>
        <p:spPr>
          <a:xfrm>
            <a:off x="800100" y="3867150"/>
            <a:ext cx="6667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4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2400" b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x</a:t>
            </a:r>
            <a:endParaRPr sz="2400" b="0" dirty="0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2CB324-CCB2-41F5-B93F-E79749164D2B}"/>
              </a:ext>
            </a:extLst>
          </p:cNvPr>
          <p:cNvSpPr>
            <a:spLocks noGrp="1"/>
          </p:cNvSpPr>
          <p:nvPr/>
        </p:nvSpPr>
        <p:spPr>
          <a:xfrm>
            <a:off x="800100" y="4429125"/>
            <a:ext cx="6667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4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2400" b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x</a:t>
            </a:r>
            <a:endParaRPr sz="2400" b="0" dirty="0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7451191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Theme">
  <a:themeElements>
    <a:clrScheme name="Presidio 2021">
      <a:dk1>
        <a:srgbClr val="000000"/>
      </a:dk1>
      <a:lt1>
        <a:srgbClr val="FFFFFF"/>
      </a:lt1>
      <a:dk2>
        <a:srgbClr val="007EB8"/>
      </a:dk2>
      <a:lt2>
        <a:srgbClr val="EEECE1"/>
      </a:lt2>
      <a:accent1>
        <a:srgbClr val="0080BA"/>
      </a:accent1>
      <a:accent2>
        <a:srgbClr val="FF9901"/>
      </a:accent2>
      <a:accent3>
        <a:srgbClr val="989998"/>
      </a:accent3>
      <a:accent4>
        <a:srgbClr val="71D24B"/>
      </a:accent4>
      <a:accent5>
        <a:srgbClr val="616062"/>
      </a:accent5>
      <a:accent6>
        <a:srgbClr val="00447A"/>
      </a:accent6>
      <a:hlink>
        <a:srgbClr val="05ABEF"/>
      </a:hlink>
      <a:folHlink>
        <a:srgbClr val="00447A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esidio 202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Presidio 2021">
      <a:dk1>
        <a:srgbClr val="000000"/>
      </a:dk1>
      <a:lt1>
        <a:srgbClr val="FFFFFF"/>
      </a:lt1>
      <a:dk2>
        <a:srgbClr val="007EB8"/>
      </a:dk2>
      <a:lt2>
        <a:srgbClr val="EEECE1"/>
      </a:lt2>
      <a:accent1>
        <a:srgbClr val="0080BA"/>
      </a:accent1>
      <a:accent2>
        <a:srgbClr val="FF9901"/>
      </a:accent2>
      <a:accent3>
        <a:srgbClr val="989998"/>
      </a:accent3>
      <a:accent4>
        <a:srgbClr val="71D24B"/>
      </a:accent4>
      <a:accent5>
        <a:srgbClr val="616062"/>
      </a:accent5>
      <a:accent6>
        <a:srgbClr val="00447A"/>
      </a:accent6>
      <a:hlink>
        <a:srgbClr val="05ABEF"/>
      </a:hlink>
      <a:folHlink>
        <a:srgbClr val="00447A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Presidio 202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Presidio 2021">
      <a:dk1>
        <a:srgbClr val="000000"/>
      </a:dk1>
      <a:lt1>
        <a:srgbClr val="FFFFFF"/>
      </a:lt1>
      <a:dk2>
        <a:srgbClr val="007EB8"/>
      </a:dk2>
      <a:lt2>
        <a:srgbClr val="EEECE1"/>
      </a:lt2>
      <a:accent1>
        <a:srgbClr val="0080BA"/>
      </a:accent1>
      <a:accent2>
        <a:srgbClr val="FF9901"/>
      </a:accent2>
      <a:accent3>
        <a:srgbClr val="989998"/>
      </a:accent3>
      <a:accent4>
        <a:srgbClr val="71D24B"/>
      </a:accent4>
      <a:accent5>
        <a:srgbClr val="616062"/>
      </a:accent5>
      <a:accent6>
        <a:srgbClr val="00447A"/>
      </a:accent6>
      <a:hlink>
        <a:srgbClr val="05ABEF"/>
      </a:hlink>
      <a:folHlink>
        <a:srgbClr val="00447A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esidio 202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8671</TotalTime>
  <Words>15</Words>
  <Application>Microsoft Macintosh PowerPoint</Application>
  <DocSecurity>0</DocSecurity>
  <PresentationFormat>Widescreen</PresentationFormat>
  <Paragraphs>11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Symbol</vt:lpstr>
      <vt:lpstr>Wingdings</vt:lpstr>
      <vt:lpstr>3_Office Theme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Kartsen, Mary</cp:lastModifiedBy>
  <cp:revision>2</cp:revision>
  <dcterms:created xsi:type="dcterms:W3CDTF">2026-10-02T15:10:55Z</dcterms:created>
  <dcterms:modified xsi:type="dcterms:W3CDTF">2026-10-14T18:32:17Z</dcterms:modified>
</cp:coreProperties>
</file>